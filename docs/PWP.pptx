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8"/>
  </p:notesMasterIdLst>
  <p:sldIdLst>
    <p:sldId id="256" r:id="rId3"/>
    <p:sldId id="260" r:id="rId4"/>
    <p:sldId id="263" r:id="rId5"/>
    <p:sldId id="273" r:id="rId6"/>
    <p:sldId id="272" r:id="rId7"/>
    <p:sldId id="296" r:id="rId8"/>
    <p:sldId id="268" r:id="rId9"/>
    <p:sldId id="275" r:id="rId10"/>
    <p:sldId id="266" r:id="rId11"/>
    <p:sldId id="267" r:id="rId12"/>
    <p:sldId id="297" r:id="rId13"/>
    <p:sldId id="298" r:id="rId14"/>
    <p:sldId id="261" r:id="rId15"/>
    <p:sldId id="300" r:id="rId16"/>
    <p:sldId id="299" r:id="rId17"/>
  </p:sldIdLst>
  <p:sldSz cx="9144000" cy="5143500" type="screen16x9"/>
  <p:notesSz cx="6858000" cy="9144000"/>
  <p:embeddedFontLst>
    <p:embeddedFont>
      <p:font typeface="Helvetica" panose="020B0604020202020204" pitchFamily="34" charset="0"/>
      <p:regular r:id="rId19"/>
      <p:bold r:id="rId20"/>
      <p:italic r:id="rId21"/>
      <p:boldItalic r:id="rId22"/>
    </p:embeddedFont>
    <p:embeddedFont>
      <p:font typeface="Inter Tight" panose="020B0604020202020204" charset="0"/>
      <p:regular r:id="rId23"/>
      <p:bold r:id="rId24"/>
      <p:italic r:id="rId25"/>
      <p:boldItalic r:id="rId26"/>
    </p:embeddedFont>
    <p:embeddedFont>
      <p:font typeface="Merriweather Sans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8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FD0A6-D00A-D4E3-093C-741079477024}" v="1979" dt="2025-12-03T01:00:13.301"/>
    <p1510:client id="{BAB99F05-6156-4CEE-9B78-A5C4DA706E95}" v="903" dt="2025-12-02T23:15:35.041"/>
  </p1510:revLst>
</p1510:revInfo>
</file>

<file path=ppt/tableStyles.xml><?xml version="1.0" encoding="utf-8"?>
<a:tblStyleLst xmlns:a="http://schemas.openxmlformats.org/drawingml/2006/main" def="{ABBD7A99-AF61-47CF-8A4A-5776AE4CDCA0}">
  <a:tblStyle styleId="{ABBD7A99-AF61-47CF-8A4A-5776AE4CDC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ef81d1916d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ef81d1916d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f81d1916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ef81d1916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ef81d1916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ef81d1916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f8e4f2db5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ef8e4f2db5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ef8e4f2db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ef8e4f2db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>
          <a:extLst>
            <a:ext uri="{FF2B5EF4-FFF2-40B4-BE49-F238E27FC236}">
              <a16:creationId xmlns:a16="http://schemas.microsoft.com/office/drawing/2014/main" id="{01BA8D3A-8972-6228-CF58-DFE1E8CF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ef8e4f2db5_0_59:notes">
            <a:extLst>
              <a:ext uri="{FF2B5EF4-FFF2-40B4-BE49-F238E27FC236}">
                <a16:creationId xmlns:a16="http://schemas.microsoft.com/office/drawing/2014/main" id="{B9C44DCD-852B-9B59-0D46-EE1E94CF1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ef8e4f2db5_0_59:notes">
            <a:extLst>
              <a:ext uri="{FF2B5EF4-FFF2-40B4-BE49-F238E27FC236}">
                <a16:creationId xmlns:a16="http://schemas.microsoft.com/office/drawing/2014/main" id="{1ED817A4-7E35-DD29-FB6D-65A812283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3601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f8e4f2db5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ef8e4f2db5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ef8e4f2db5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ef8e4f2db5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ef8e4f2d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ef8e4f2d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f8e4f2d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ef8e4f2db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E74B9E49-60C6-6669-DFEF-F10625BD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f8e4f2db5_0_24:notes">
            <a:extLst>
              <a:ext uri="{FF2B5EF4-FFF2-40B4-BE49-F238E27FC236}">
                <a16:creationId xmlns:a16="http://schemas.microsoft.com/office/drawing/2014/main" id="{CAB5FC7A-4E2F-917D-8DD8-4039327B3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ef8e4f2db5_0_24:notes">
            <a:extLst>
              <a:ext uri="{FF2B5EF4-FFF2-40B4-BE49-F238E27FC236}">
                <a16:creationId xmlns:a16="http://schemas.microsoft.com/office/drawing/2014/main" id="{504770DE-390B-EB2E-FFE9-A2A8EB948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635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6D93A8F5-D0D7-E02D-4439-CFF31F6A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f8e4f2db5_0_24:notes">
            <a:extLst>
              <a:ext uri="{FF2B5EF4-FFF2-40B4-BE49-F238E27FC236}">
                <a16:creationId xmlns:a16="http://schemas.microsoft.com/office/drawing/2014/main" id="{22C4FF74-C854-A541-D439-AC7806944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ef8e4f2db5_0_24:notes">
            <a:extLst>
              <a:ext uri="{FF2B5EF4-FFF2-40B4-BE49-F238E27FC236}">
                <a16:creationId xmlns:a16="http://schemas.microsoft.com/office/drawing/2014/main" id="{10D40FA2-F054-917C-C245-EB8511008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88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ef81d1916d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ef81d1916d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2FE22FF3-016D-CCE7-5022-DB1269C0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f8e4f2db5_0_24:notes">
            <a:extLst>
              <a:ext uri="{FF2B5EF4-FFF2-40B4-BE49-F238E27FC236}">
                <a16:creationId xmlns:a16="http://schemas.microsoft.com/office/drawing/2014/main" id="{549F47D7-D614-7482-07AB-06C7F2F6A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ef8e4f2db5_0_24:notes">
            <a:extLst>
              <a:ext uri="{FF2B5EF4-FFF2-40B4-BE49-F238E27FC236}">
                <a16:creationId xmlns:a16="http://schemas.microsoft.com/office/drawing/2014/main" id="{EFA8ED69-F43B-5D70-F45D-5F0257DC8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047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>
          <a:extLst>
            <a:ext uri="{FF2B5EF4-FFF2-40B4-BE49-F238E27FC236}">
              <a16:creationId xmlns:a16="http://schemas.microsoft.com/office/drawing/2014/main" id="{2D34A544-BDFF-ECF1-3A06-EDD0D86E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ef8e4f2db5_0_24:notes">
            <a:extLst>
              <a:ext uri="{FF2B5EF4-FFF2-40B4-BE49-F238E27FC236}">
                <a16:creationId xmlns:a16="http://schemas.microsoft.com/office/drawing/2014/main" id="{BFFEBCDF-992E-5052-F5A9-B051895F5D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ef8e4f2db5_0_24:notes">
            <a:extLst>
              <a:ext uri="{FF2B5EF4-FFF2-40B4-BE49-F238E27FC236}">
                <a16:creationId xmlns:a16="http://schemas.microsoft.com/office/drawing/2014/main" id="{A60C1DD9-6876-0C24-B82D-983BA1E96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648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31400" y="1244550"/>
            <a:ext cx="3533400" cy="2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31400" y="3297750"/>
            <a:ext cx="1987500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2" name="Google Shape;12;p2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0" y="2093147"/>
            <a:ext cx="3434400" cy="13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291575"/>
            <a:ext cx="12231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572000" y="3447825"/>
            <a:ext cx="34344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>
            <a:spLocks noGrp="1"/>
          </p:cNvSpPr>
          <p:nvPr>
            <p:ph type="pic" idx="3"/>
          </p:nvPr>
        </p:nvSpPr>
        <p:spPr>
          <a:xfrm>
            <a:off x="979750" y="787350"/>
            <a:ext cx="2937600" cy="39438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/>
          <p:nvPr/>
        </p:nvSpPr>
        <p:spPr>
          <a:xfrm flipH="1">
            <a:off x="8424000" y="7873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20" name="Google Shape;20;p3"/>
          <p:cNvCxnSpPr/>
          <p:nvPr/>
        </p:nvCxnSpPr>
        <p:spPr>
          <a:xfrm rot="10800000">
            <a:off x="0" y="4731275"/>
            <a:ext cx="829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069838"/>
            <a:ext cx="7704000" cy="3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26" name="Google Shape;26;p4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 idx="2"/>
          </p:nvPr>
        </p:nvSpPr>
        <p:spPr>
          <a:xfrm>
            <a:off x="974003" y="1549850"/>
            <a:ext cx="32901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3"/>
          </p:nvPr>
        </p:nvSpPr>
        <p:spPr>
          <a:xfrm>
            <a:off x="4879895" y="2159450"/>
            <a:ext cx="32901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974003" y="2009700"/>
            <a:ext cx="3290100" cy="1450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4879897" y="2619300"/>
            <a:ext cx="3290100" cy="1450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⎼"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35" name="Google Shape;35;p5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 flipH="1">
            <a:off x="4271100" y="48360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40" name="Google Shape;40;p6"/>
          <p:cNvCxnSpPr/>
          <p:nvPr/>
        </p:nvCxnSpPr>
        <p:spPr>
          <a:xfrm rot="10800000">
            <a:off x="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960125" y="1379138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960125" y="2701763"/>
            <a:ext cx="44949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6151450" y="-10232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46" name="Google Shape;46;p7"/>
          <p:cNvCxnSpPr/>
          <p:nvPr/>
        </p:nvCxnSpPr>
        <p:spPr>
          <a:xfrm>
            <a:off x="731400" y="4731275"/>
            <a:ext cx="847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4657800" y="1529325"/>
            <a:ext cx="3766200" cy="208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8"/>
          <p:cNvSpPr/>
          <p:nvPr/>
        </p:nvSpPr>
        <p:spPr>
          <a:xfrm>
            <a:off x="6151450" y="-10232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51" name="Google Shape;51;p8"/>
          <p:cNvCxnSpPr/>
          <p:nvPr/>
        </p:nvCxnSpPr>
        <p:spPr>
          <a:xfrm>
            <a:off x="731400" y="4731275"/>
            <a:ext cx="856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-"/>
              <a:defRPr/>
            </a:lvl1pPr>
            <a:lvl2pPr marL="914400" lvl="1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rtl="0"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rtl="0"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57" name="Google Shape;57;p9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 sz="4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856075" y="1845875"/>
            <a:ext cx="4126500" cy="108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6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856075" y="2866225"/>
            <a:ext cx="4126500" cy="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69" name="Google Shape;69;p11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2"/>
          </p:nvPr>
        </p:nvSpPr>
        <p:spPr>
          <a:xfrm>
            <a:off x="72001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3"/>
          </p:nvPr>
        </p:nvSpPr>
        <p:spPr>
          <a:xfrm>
            <a:off x="5720390" y="1634776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"/>
          </p:nvPr>
        </p:nvSpPr>
        <p:spPr>
          <a:xfrm>
            <a:off x="72001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4"/>
          </p:nvPr>
        </p:nvSpPr>
        <p:spPr>
          <a:xfrm>
            <a:off x="5720390" y="2074578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5"/>
          </p:nvPr>
        </p:nvSpPr>
        <p:spPr>
          <a:xfrm>
            <a:off x="72001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6"/>
          </p:nvPr>
        </p:nvSpPr>
        <p:spPr>
          <a:xfrm>
            <a:off x="5720390" y="3159201"/>
            <a:ext cx="2703600" cy="5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7"/>
          </p:nvPr>
        </p:nvSpPr>
        <p:spPr>
          <a:xfrm>
            <a:off x="72001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8"/>
          </p:nvPr>
        </p:nvSpPr>
        <p:spPr>
          <a:xfrm>
            <a:off x="5720390" y="3599076"/>
            <a:ext cx="270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10" y="1288871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10" y="281579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4" hasCustomPrompt="1"/>
          </p:nvPr>
        </p:nvSpPr>
        <p:spPr>
          <a:xfrm>
            <a:off x="5720390" y="1288871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0390" y="2815796"/>
            <a:ext cx="8688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/>
          <p:nvPr/>
        </p:nvSpPr>
        <p:spPr>
          <a:xfrm>
            <a:off x="-477775" y="45758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2151750" y="4707250"/>
            <a:ext cx="484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/>
          <p:nvPr/>
        </p:nvSpPr>
        <p:spPr>
          <a:xfrm flipH="1">
            <a:off x="-965700" y="312177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568950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93" name="Google Shape;93;p14"/>
          <p:cNvCxnSpPr/>
          <p:nvPr/>
        </p:nvCxnSpPr>
        <p:spPr>
          <a:xfrm>
            <a:off x="-96800" y="207313"/>
            <a:ext cx="2358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/>
          <p:nvPr/>
        </p:nvSpPr>
        <p:spPr>
          <a:xfrm flipH="1">
            <a:off x="8424000" y="-8328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97" name="Google Shape;97;p15"/>
          <p:cNvCxnSpPr/>
          <p:nvPr/>
        </p:nvCxnSpPr>
        <p:spPr>
          <a:xfrm>
            <a:off x="2824200" y="4731275"/>
            <a:ext cx="34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6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891644" y="1653150"/>
            <a:ext cx="3413100" cy="10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ubTitle" idx="1"/>
          </p:nvPr>
        </p:nvSpPr>
        <p:spPr>
          <a:xfrm>
            <a:off x="891644" y="2716649"/>
            <a:ext cx="3413100" cy="7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205875" y="-111897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 rot="10800000">
            <a:off x="-19181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03" name="Google Shape;103;p16"/>
          <p:cNvCxnSpPr/>
          <p:nvPr/>
        </p:nvCxnSpPr>
        <p:spPr>
          <a:xfrm rot="10800000">
            <a:off x="534275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/>
          <p:nvPr/>
        </p:nvSpPr>
        <p:spPr>
          <a:xfrm flipH="1">
            <a:off x="-1158100" y="22178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 rot="10800000">
            <a:off x="1857600" y="4891375"/>
            <a:ext cx="54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1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subTitle" idx="1"/>
          </p:nvPr>
        </p:nvSpPr>
        <p:spPr>
          <a:xfrm>
            <a:off x="720000" y="1093925"/>
            <a:ext cx="77040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/>
          <p:nvPr/>
        </p:nvSpPr>
        <p:spPr>
          <a:xfrm flipH="1">
            <a:off x="8605175" y="30272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 rot="10800000">
            <a:off x="-651625" y="4891375"/>
            <a:ext cx="542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5818974" y="2313825"/>
            <a:ext cx="207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 idx="2"/>
          </p:nvPr>
        </p:nvSpPr>
        <p:spPr>
          <a:xfrm>
            <a:off x="3536298" y="2313825"/>
            <a:ext cx="207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1"/>
          </p:nvPr>
        </p:nvSpPr>
        <p:spPr>
          <a:xfrm>
            <a:off x="1253625" y="2707425"/>
            <a:ext cx="2071200" cy="76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3"/>
          </p:nvPr>
        </p:nvSpPr>
        <p:spPr>
          <a:xfrm>
            <a:off x="3536292" y="2707425"/>
            <a:ext cx="2071200" cy="76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 idx="4"/>
          </p:nvPr>
        </p:nvSpPr>
        <p:spPr>
          <a:xfrm>
            <a:off x="1253626" y="2313825"/>
            <a:ext cx="207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5"/>
          </p:nvPr>
        </p:nvSpPr>
        <p:spPr>
          <a:xfrm>
            <a:off x="5818975" y="2707425"/>
            <a:ext cx="2071200" cy="76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/>
          <p:nvPr/>
        </p:nvSpPr>
        <p:spPr>
          <a:xfrm flipH="1">
            <a:off x="8138250" y="-597425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23" name="Google Shape;123;p19"/>
          <p:cNvCxnSpPr/>
          <p:nvPr/>
        </p:nvCxnSpPr>
        <p:spPr>
          <a:xfrm>
            <a:off x="1633775" y="4731275"/>
            <a:ext cx="829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24" name="Google Shape;124;p19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5811865" y="2877400"/>
            <a:ext cx="205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 idx="2"/>
          </p:nvPr>
        </p:nvSpPr>
        <p:spPr>
          <a:xfrm>
            <a:off x="3542398" y="2572600"/>
            <a:ext cx="205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1272935" y="2861925"/>
            <a:ext cx="20592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3"/>
          </p:nvPr>
        </p:nvSpPr>
        <p:spPr>
          <a:xfrm>
            <a:off x="3542392" y="3166725"/>
            <a:ext cx="20592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4"/>
          </p:nvPr>
        </p:nvSpPr>
        <p:spPr>
          <a:xfrm>
            <a:off x="1272936" y="2267800"/>
            <a:ext cx="2059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5"/>
          </p:nvPr>
        </p:nvSpPr>
        <p:spPr>
          <a:xfrm>
            <a:off x="5811864" y="3471525"/>
            <a:ext cx="2059200" cy="73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35" name="Google Shape;135;p20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 hasCustomPrompt="1"/>
          </p:nvPr>
        </p:nvSpPr>
        <p:spPr>
          <a:xfrm>
            <a:off x="102387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102387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title" idx="2" hasCustomPrompt="1"/>
          </p:nvPr>
        </p:nvSpPr>
        <p:spPr>
          <a:xfrm>
            <a:off x="4743925" y="1114124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3"/>
          </p:nvPr>
        </p:nvSpPr>
        <p:spPr>
          <a:xfrm>
            <a:off x="4743925" y="1787503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 idx="4" hasCustomPrompt="1"/>
          </p:nvPr>
        </p:nvSpPr>
        <p:spPr>
          <a:xfrm>
            <a:off x="474392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5"/>
          </p:nvPr>
        </p:nvSpPr>
        <p:spPr>
          <a:xfrm>
            <a:off x="474392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6" hasCustomPrompt="1"/>
          </p:nvPr>
        </p:nvSpPr>
        <p:spPr>
          <a:xfrm>
            <a:off x="1023875" y="2932699"/>
            <a:ext cx="3376200" cy="8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7"/>
          </p:nvPr>
        </p:nvSpPr>
        <p:spPr>
          <a:xfrm>
            <a:off x="1023875" y="3606078"/>
            <a:ext cx="3376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46" name="Google Shape;146;p21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47" name="Google Shape;147;p21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ctrTitle"/>
          </p:nvPr>
        </p:nvSpPr>
        <p:spPr>
          <a:xfrm>
            <a:off x="2470050" y="793601"/>
            <a:ext cx="4203900" cy="9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2470050" y="1771598"/>
            <a:ext cx="4203900" cy="10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3" name="Google Shape;153;p22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4" name="Google Shape;154;p22"/>
          <p:cNvSpPr txBox="1"/>
          <p:nvPr/>
        </p:nvSpPr>
        <p:spPr>
          <a:xfrm>
            <a:off x="2470050" y="3384751"/>
            <a:ext cx="420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/>
          <p:nvPr/>
        </p:nvSpPr>
        <p:spPr>
          <a:xfrm flipH="1">
            <a:off x="8188300" y="424190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57" name="Google Shape;157;p23"/>
          <p:cNvCxnSpPr/>
          <p:nvPr/>
        </p:nvCxnSpPr>
        <p:spPr>
          <a:xfrm rot="10800000">
            <a:off x="-25" y="4891375"/>
            <a:ext cx="6929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58" name="Google Shape;158;p23"/>
          <p:cNvCxnSpPr/>
          <p:nvPr/>
        </p:nvCxnSpPr>
        <p:spPr>
          <a:xfrm rot="10800000">
            <a:off x="5949875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8322275" y="-757450"/>
            <a:ext cx="16095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61" name="Google Shape;161;p24"/>
          <p:cNvCxnSpPr/>
          <p:nvPr/>
        </p:nvCxnSpPr>
        <p:spPr>
          <a:xfrm>
            <a:off x="731400" y="4731275"/>
            <a:ext cx="8534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0" y="207313"/>
            <a:ext cx="398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sz="3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●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○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■"/>
              <a:defRPr sz="12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ctrTitle"/>
          </p:nvPr>
        </p:nvSpPr>
        <p:spPr>
          <a:xfrm>
            <a:off x="731400" y="1244550"/>
            <a:ext cx="3533400" cy="20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100" dirty="0" err="1"/>
              <a:t>DiSpAtCh</a:t>
            </a:r>
            <a:br>
              <a:rPr lang="en" sz="3100" dirty="0"/>
            </a:br>
            <a:r>
              <a:rPr lang="en" sz="1200" b="0" i="1" dirty="0">
                <a:solidFill>
                  <a:srgbClr val="1F2328"/>
                </a:solidFill>
              </a:rPr>
              <a:t>Deep Intelligent Spatial Agent for Task </a:t>
            </a:r>
            <a:r>
              <a:rPr lang="en" sz="1200" b="0" i="1" dirty="0" err="1">
                <a:solidFill>
                  <a:srgbClr val="1F2328"/>
                </a:solidFill>
              </a:rPr>
              <a:t>CHaining</a:t>
            </a:r>
            <a:endParaRPr lang="en" sz="3100" dirty="0" err="1"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1"/>
          </p:nvPr>
        </p:nvSpPr>
        <p:spPr>
          <a:xfrm>
            <a:off x="731400" y="3297750"/>
            <a:ext cx="3505209" cy="6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Jorge </a:t>
            </a:r>
            <a:r>
              <a:rPr lang="en" dirty="0" err="1"/>
              <a:t>Kindelán</a:t>
            </a:r>
            <a:r>
              <a:rPr lang="en" dirty="0"/>
              <a:t> Navarro </a:t>
            </a:r>
          </a:p>
          <a:p>
            <a:pPr marL="0" indent="0"/>
            <a:r>
              <a:rPr lang="en" dirty="0"/>
              <a:t>Beltrán Sánchez Careaga</a:t>
            </a:r>
          </a:p>
          <a:p>
            <a:pPr marL="0" indent="0"/>
            <a:r>
              <a:rPr lang="en" dirty="0"/>
              <a:t>Ignacio Queipo de Llano</a:t>
            </a:r>
          </a:p>
        </p:txBody>
      </p:sp>
      <p:grpSp>
        <p:nvGrpSpPr>
          <p:cNvPr id="175" name="Google Shape;175;p28"/>
          <p:cNvGrpSpPr/>
          <p:nvPr/>
        </p:nvGrpSpPr>
        <p:grpSpPr>
          <a:xfrm>
            <a:off x="4413842" y="2278907"/>
            <a:ext cx="1957082" cy="2452345"/>
            <a:chOff x="2719800" y="341640"/>
            <a:chExt cx="809280" cy="1014120"/>
          </a:xfrm>
        </p:grpSpPr>
        <p:sp>
          <p:nvSpPr>
            <p:cNvPr id="176" name="Google Shape;176;p28"/>
            <p:cNvSpPr/>
            <p:nvPr/>
          </p:nvSpPr>
          <p:spPr>
            <a:xfrm>
              <a:off x="2879280" y="659880"/>
              <a:ext cx="348840" cy="34848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209" y="0"/>
                  </a:moveTo>
                  <a:lnTo>
                    <a:pt x="969" y="759"/>
                  </a:lnTo>
                  <a:lnTo>
                    <a:pt x="759" y="968"/>
                  </a:lnTo>
                  <a:lnTo>
                    <a:pt x="0" y="209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2904840" y="702720"/>
              <a:ext cx="248760" cy="221760"/>
            </a:xfrm>
            <a:custGeom>
              <a:avLst/>
              <a:gdLst/>
              <a:ahLst/>
              <a:cxnLst/>
              <a:rect l="l" t="t" r="r" b="b"/>
              <a:pathLst>
                <a:path w="691" h="616" extrusionOk="0">
                  <a:moveTo>
                    <a:pt x="283" y="25"/>
                  </a:moveTo>
                  <a:cubicBezTo>
                    <a:pt x="283" y="25"/>
                    <a:pt x="153" y="151"/>
                    <a:pt x="156" y="173"/>
                  </a:cubicBezTo>
                  <a:cubicBezTo>
                    <a:pt x="159" y="195"/>
                    <a:pt x="439" y="481"/>
                    <a:pt x="450" y="481"/>
                  </a:cubicBezTo>
                  <a:cubicBezTo>
                    <a:pt x="461" y="481"/>
                    <a:pt x="618" y="399"/>
                    <a:pt x="682" y="424"/>
                  </a:cubicBezTo>
                  <a:cubicBezTo>
                    <a:pt x="746" y="449"/>
                    <a:pt x="455" y="616"/>
                    <a:pt x="455" y="616"/>
                  </a:cubicBezTo>
                  <a:lnTo>
                    <a:pt x="0" y="161"/>
                  </a:lnTo>
                  <a:lnTo>
                    <a:pt x="258" y="0"/>
                  </a:lnTo>
                  <a:lnTo>
                    <a:pt x="283" y="25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2861280" y="852840"/>
              <a:ext cx="424800" cy="376560"/>
            </a:xfrm>
            <a:custGeom>
              <a:avLst/>
              <a:gdLst/>
              <a:ahLst/>
              <a:cxnLst/>
              <a:rect l="l" t="t" r="r" b="b"/>
              <a:pathLst>
                <a:path w="1180" h="1046" extrusionOk="0">
                  <a:moveTo>
                    <a:pt x="1180" y="313"/>
                  </a:moveTo>
                  <a:cubicBezTo>
                    <a:pt x="1180" y="140"/>
                    <a:pt x="1040" y="0"/>
                    <a:pt x="867" y="0"/>
                  </a:cubicBezTo>
                  <a:cubicBezTo>
                    <a:pt x="728" y="0"/>
                    <a:pt x="610" y="92"/>
                    <a:pt x="570" y="218"/>
                  </a:cubicBezTo>
                  <a:lnTo>
                    <a:pt x="569" y="218"/>
                  </a:lnTo>
                  <a:lnTo>
                    <a:pt x="548" y="271"/>
                  </a:lnTo>
                  <a:cubicBezTo>
                    <a:pt x="497" y="401"/>
                    <a:pt x="399" y="506"/>
                    <a:pt x="276" y="567"/>
                  </a:cubicBezTo>
                  <a:cubicBezTo>
                    <a:pt x="261" y="575"/>
                    <a:pt x="204" y="586"/>
                    <a:pt x="188" y="592"/>
                  </a:cubicBezTo>
                  <a:lnTo>
                    <a:pt x="188" y="592"/>
                  </a:lnTo>
                  <a:cubicBezTo>
                    <a:pt x="81" y="611"/>
                    <a:pt x="0" y="704"/>
                    <a:pt x="0" y="817"/>
                  </a:cubicBezTo>
                  <a:cubicBezTo>
                    <a:pt x="0" y="943"/>
                    <a:pt x="102" y="1046"/>
                    <a:pt x="229" y="1046"/>
                  </a:cubicBezTo>
                  <a:cubicBezTo>
                    <a:pt x="310" y="1046"/>
                    <a:pt x="381" y="1003"/>
                    <a:pt x="422" y="939"/>
                  </a:cubicBezTo>
                  <a:lnTo>
                    <a:pt x="422" y="939"/>
                  </a:lnTo>
                  <a:lnTo>
                    <a:pt x="479" y="869"/>
                  </a:lnTo>
                  <a:cubicBezTo>
                    <a:pt x="550" y="781"/>
                    <a:pt x="642" y="714"/>
                    <a:pt x="746" y="673"/>
                  </a:cubicBezTo>
                  <a:lnTo>
                    <a:pt x="926" y="620"/>
                  </a:lnTo>
                  <a:cubicBezTo>
                    <a:pt x="946" y="616"/>
                    <a:pt x="966" y="610"/>
                    <a:pt x="984" y="603"/>
                  </a:cubicBezTo>
                  <a:lnTo>
                    <a:pt x="985" y="603"/>
                  </a:lnTo>
                  <a:lnTo>
                    <a:pt x="985" y="603"/>
                  </a:lnTo>
                  <a:cubicBezTo>
                    <a:pt x="1099" y="556"/>
                    <a:pt x="1180" y="444"/>
                    <a:pt x="1180" y="3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3092760" y="879480"/>
              <a:ext cx="166680" cy="166680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68" y="68"/>
                  </a:moveTo>
                  <a:cubicBezTo>
                    <a:pt x="159" y="-22"/>
                    <a:pt x="305" y="-22"/>
                    <a:pt x="396" y="68"/>
                  </a:cubicBezTo>
                  <a:cubicBezTo>
                    <a:pt x="486" y="159"/>
                    <a:pt x="486" y="305"/>
                    <a:pt x="396" y="396"/>
                  </a:cubicBezTo>
                  <a:cubicBezTo>
                    <a:pt x="305" y="486"/>
                    <a:pt x="159" y="486"/>
                    <a:pt x="68" y="396"/>
                  </a:cubicBezTo>
                  <a:cubicBezTo>
                    <a:pt x="-22" y="305"/>
                    <a:pt x="-22" y="159"/>
                    <a:pt x="68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2861280" y="1049400"/>
              <a:ext cx="386640" cy="124920"/>
            </a:xfrm>
            <a:custGeom>
              <a:avLst/>
              <a:gdLst/>
              <a:ahLst/>
              <a:cxnLst/>
              <a:rect l="l" t="t" r="r" b="b"/>
              <a:pathLst>
                <a:path w="1074" h="347" extrusionOk="0">
                  <a:moveTo>
                    <a:pt x="812" y="49"/>
                  </a:moveTo>
                  <a:cubicBezTo>
                    <a:pt x="663" y="17"/>
                    <a:pt x="480" y="214"/>
                    <a:pt x="480" y="214"/>
                  </a:cubicBezTo>
                  <a:lnTo>
                    <a:pt x="7" y="214"/>
                  </a:lnTo>
                  <a:cubicBezTo>
                    <a:pt x="2" y="232"/>
                    <a:pt x="0" y="251"/>
                    <a:pt x="0" y="271"/>
                  </a:cubicBezTo>
                  <a:cubicBezTo>
                    <a:pt x="0" y="298"/>
                    <a:pt x="5" y="323"/>
                    <a:pt x="13" y="347"/>
                  </a:cubicBezTo>
                  <a:lnTo>
                    <a:pt x="466" y="338"/>
                  </a:lnTo>
                  <a:lnTo>
                    <a:pt x="479" y="323"/>
                  </a:lnTo>
                  <a:cubicBezTo>
                    <a:pt x="550" y="235"/>
                    <a:pt x="642" y="168"/>
                    <a:pt x="746" y="127"/>
                  </a:cubicBezTo>
                  <a:lnTo>
                    <a:pt x="926" y="74"/>
                  </a:lnTo>
                  <a:cubicBezTo>
                    <a:pt x="946" y="70"/>
                    <a:pt x="966" y="64"/>
                    <a:pt x="984" y="57"/>
                  </a:cubicBezTo>
                  <a:lnTo>
                    <a:pt x="985" y="57"/>
                  </a:lnTo>
                  <a:lnTo>
                    <a:pt x="985" y="57"/>
                  </a:lnTo>
                  <a:cubicBezTo>
                    <a:pt x="1018" y="43"/>
                    <a:pt x="1048" y="24"/>
                    <a:pt x="1074" y="0"/>
                  </a:cubicBezTo>
                  <a:cubicBezTo>
                    <a:pt x="984" y="57"/>
                    <a:pt x="926" y="74"/>
                    <a:pt x="812" y="49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2852640" y="632880"/>
              <a:ext cx="128520" cy="128880"/>
            </a:xfrm>
            <a:custGeom>
              <a:avLst/>
              <a:gdLst/>
              <a:ahLst/>
              <a:cxnLst/>
              <a:rect l="l" t="t" r="r" b="b"/>
              <a:pathLst>
                <a:path w="357" h="358" extrusionOk="0">
                  <a:moveTo>
                    <a:pt x="52" y="53"/>
                  </a:moveTo>
                  <a:cubicBezTo>
                    <a:pt x="122" y="-17"/>
                    <a:pt x="235" y="-17"/>
                    <a:pt x="305" y="53"/>
                  </a:cubicBezTo>
                  <a:cubicBezTo>
                    <a:pt x="375" y="123"/>
                    <a:pt x="375" y="236"/>
                    <a:pt x="305" y="306"/>
                  </a:cubicBezTo>
                  <a:cubicBezTo>
                    <a:pt x="235" y="375"/>
                    <a:pt x="122" y="375"/>
                    <a:pt x="52" y="306"/>
                  </a:cubicBezTo>
                  <a:cubicBezTo>
                    <a:pt x="-17" y="236"/>
                    <a:pt x="-17" y="123"/>
                    <a:pt x="52" y="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2862720" y="561240"/>
              <a:ext cx="196920" cy="196920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525" y="243"/>
                  </a:moveTo>
                  <a:lnTo>
                    <a:pt x="262" y="506"/>
                  </a:lnTo>
                  <a:cubicBezTo>
                    <a:pt x="207" y="561"/>
                    <a:pt x="116" y="561"/>
                    <a:pt x="60" y="506"/>
                  </a:cubicBezTo>
                  <a:lnTo>
                    <a:pt x="41" y="487"/>
                  </a:lnTo>
                  <a:cubicBezTo>
                    <a:pt x="-14" y="431"/>
                    <a:pt x="-14" y="340"/>
                    <a:pt x="41" y="285"/>
                  </a:cubicBezTo>
                  <a:lnTo>
                    <a:pt x="304" y="22"/>
                  </a:lnTo>
                  <a:cubicBezTo>
                    <a:pt x="333" y="-7"/>
                    <a:pt x="381" y="-7"/>
                    <a:pt x="410" y="22"/>
                  </a:cubicBezTo>
                  <a:lnTo>
                    <a:pt x="525" y="137"/>
                  </a:lnTo>
                  <a:cubicBezTo>
                    <a:pt x="554" y="166"/>
                    <a:pt x="554" y="214"/>
                    <a:pt x="525" y="2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3016800" y="465480"/>
              <a:ext cx="140400" cy="140760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390" y="103"/>
                  </a:moveTo>
                  <a:lnTo>
                    <a:pt x="102" y="391"/>
                  </a:lnTo>
                  <a:lnTo>
                    <a:pt x="0" y="288"/>
                  </a:lnTo>
                  <a:lnTo>
                    <a:pt x="288" y="0"/>
                  </a:lnTo>
                  <a:lnTo>
                    <a:pt x="390" y="10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3030480" y="488880"/>
              <a:ext cx="102240" cy="104400"/>
            </a:xfrm>
            <a:custGeom>
              <a:avLst/>
              <a:gdLst/>
              <a:ahLst/>
              <a:cxnLst/>
              <a:rect l="l" t="t" r="r" b="b"/>
              <a:pathLst>
                <a:path w="284" h="290" extrusionOk="0">
                  <a:moveTo>
                    <a:pt x="0" y="185"/>
                  </a:moveTo>
                  <a:lnTo>
                    <a:pt x="100" y="290"/>
                  </a:lnTo>
                  <a:lnTo>
                    <a:pt x="284" y="106"/>
                  </a:lnTo>
                  <a:lnTo>
                    <a:pt x="185" y="0"/>
                  </a:lnTo>
                  <a:cubicBezTo>
                    <a:pt x="185" y="0"/>
                    <a:pt x="174" y="29"/>
                    <a:pt x="218" y="86"/>
                  </a:cubicBezTo>
                  <a:cubicBezTo>
                    <a:pt x="233" y="105"/>
                    <a:pt x="117" y="209"/>
                    <a:pt x="103" y="211"/>
                  </a:cubicBezTo>
                  <a:cubicBezTo>
                    <a:pt x="90" y="212"/>
                    <a:pt x="29" y="178"/>
                    <a:pt x="0" y="185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2991240" y="55332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95" y="173"/>
                  </a:moveTo>
                  <a:lnTo>
                    <a:pt x="174" y="194"/>
                  </a:lnTo>
                  <a:cubicBezTo>
                    <a:pt x="150" y="218"/>
                    <a:pt x="112" y="218"/>
                    <a:pt x="88" y="194"/>
                  </a:cubicBezTo>
                  <a:lnTo>
                    <a:pt x="18" y="124"/>
                  </a:lnTo>
                  <a:cubicBezTo>
                    <a:pt x="-6" y="101"/>
                    <a:pt x="-6" y="62"/>
                    <a:pt x="18" y="38"/>
                  </a:cubicBezTo>
                  <a:lnTo>
                    <a:pt x="39" y="17"/>
                  </a:lnTo>
                  <a:cubicBezTo>
                    <a:pt x="63" y="-6"/>
                    <a:pt x="101" y="-6"/>
                    <a:pt x="125" y="17"/>
                  </a:cubicBezTo>
                  <a:lnTo>
                    <a:pt x="195" y="87"/>
                  </a:lnTo>
                  <a:cubicBezTo>
                    <a:pt x="219" y="111"/>
                    <a:pt x="219" y="149"/>
                    <a:pt x="195" y="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3103560" y="341640"/>
              <a:ext cx="180720" cy="180360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42" y="481"/>
                  </a:moveTo>
                  <a:lnTo>
                    <a:pt x="463" y="260"/>
                  </a:lnTo>
                  <a:cubicBezTo>
                    <a:pt x="515" y="208"/>
                    <a:pt x="515" y="123"/>
                    <a:pt x="463" y="71"/>
                  </a:cubicBezTo>
                  <a:lnTo>
                    <a:pt x="431" y="39"/>
                  </a:lnTo>
                  <a:cubicBezTo>
                    <a:pt x="379" y="-13"/>
                    <a:pt x="294" y="-13"/>
                    <a:pt x="242" y="39"/>
                  </a:cubicBezTo>
                  <a:lnTo>
                    <a:pt x="21" y="260"/>
                  </a:lnTo>
                  <a:cubicBezTo>
                    <a:pt x="-6" y="287"/>
                    <a:pt x="-6" y="332"/>
                    <a:pt x="21" y="360"/>
                  </a:cubicBezTo>
                  <a:lnTo>
                    <a:pt x="142" y="481"/>
                  </a:lnTo>
                  <a:cubicBezTo>
                    <a:pt x="170" y="508"/>
                    <a:pt x="215" y="508"/>
                    <a:pt x="242" y="4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3096000" y="45324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74" y="195"/>
                  </a:moveTo>
                  <a:lnTo>
                    <a:pt x="195" y="174"/>
                  </a:lnTo>
                  <a:cubicBezTo>
                    <a:pt x="219" y="150"/>
                    <a:pt x="219" y="111"/>
                    <a:pt x="195" y="88"/>
                  </a:cubicBezTo>
                  <a:lnTo>
                    <a:pt x="125" y="18"/>
                  </a:lnTo>
                  <a:cubicBezTo>
                    <a:pt x="102" y="-6"/>
                    <a:pt x="63" y="-6"/>
                    <a:pt x="39" y="18"/>
                  </a:cubicBezTo>
                  <a:lnTo>
                    <a:pt x="18" y="39"/>
                  </a:lnTo>
                  <a:cubicBezTo>
                    <a:pt x="-5" y="63"/>
                    <a:pt x="-5" y="101"/>
                    <a:pt x="18" y="125"/>
                  </a:cubicBezTo>
                  <a:lnTo>
                    <a:pt x="88" y="195"/>
                  </a:lnTo>
                  <a:cubicBezTo>
                    <a:pt x="112" y="218"/>
                    <a:pt x="150" y="218"/>
                    <a:pt x="174" y="1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3166560" y="341640"/>
              <a:ext cx="138960" cy="138960"/>
            </a:xfrm>
            <a:custGeom>
              <a:avLst/>
              <a:gdLst/>
              <a:ahLst/>
              <a:cxnLst/>
              <a:rect l="l" t="t" r="r" b="b"/>
              <a:pathLst>
                <a:path w="386" h="386" extrusionOk="0">
                  <a:moveTo>
                    <a:pt x="386" y="193"/>
                  </a:moveTo>
                  <a:cubicBezTo>
                    <a:pt x="386" y="299"/>
                    <a:pt x="300" y="386"/>
                    <a:pt x="193" y="386"/>
                  </a:cubicBezTo>
                  <a:cubicBezTo>
                    <a:pt x="87" y="386"/>
                    <a:pt x="0" y="299"/>
                    <a:pt x="0" y="193"/>
                  </a:cubicBezTo>
                  <a:cubicBezTo>
                    <a:pt x="0" y="86"/>
                    <a:pt x="87" y="0"/>
                    <a:pt x="193" y="0"/>
                  </a:cubicBezTo>
                  <a:cubicBezTo>
                    <a:pt x="300" y="0"/>
                    <a:pt x="386" y="86"/>
                    <a:pt x="386" y="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3001320" y="56340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156" y="156"/>
                  </a:moveTo>
                  <a:lnTo>
                    <a:pt x="167" y="145"/>
                  </a:lnTo>
                  <a:cubicBezTo>
                    <a:pt x="184" y="128"/>
                    <a:pt x="188" y="104"/>
                    <a:pt x="181" y="83"/>
                  </a:cubicBezTo>
                  <a:cubicBezTo>
                    <a:pt x="181" y="83"/>
                    <a:pt x="170" y="128"/>
                    <a:pt x="139" y="112"/>
                  </a:cubicBezTo>
                  <a:cubicBezTo>
                    <a:pt x="125" y="106"/>
                    <a:pt x="0" y="0"/>
                    <a:pt x="0" y="0"/>
                  </a:cubicBezTo>
                  <a:lnTo>
                    <a:pt x="156" y="156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3096000" y="46368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3" y="70"/>
                  </a:moveTo>
                  <a:cubicBezTo>
                    <a:pt x="4" y="69"/>
                    <a:pt x="21" y="50"/>
                    <a:pt x="36" y="47"/>
                  </a:cubicBezTo>
                  <a:cubicBezTo>
                    <a:pt x="50" y="43"/>
                    <a:pt x="184" y="156"/>
                    <a:pt x="184" y="156"/>
                  </a:cubicBezTo>
                  <a:lnTo>
                    <a:pt x="184" y="156"/>
                  </a:lnTo>
                  <a:lnTo>
                    <a:pt x="29" y="0"/>
                  </a:lnTo>
                  <a:lnTo>
                    <a:pt x="18" y="10"/>
                  </a:lnTo>
                  <a:cubicBezTo>
                    <a:pt x="2" y="26"/>
                    <a:pt x="-3" y="49"/>
                    <a:pt x="3" y="7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3172680" y="376560"/>
              <a:ext cx="132840" cy="104040"/>
            </a:xfrm>
            <a:custGeom>
              <a:avLst/>
              <a:gdLst/>
              <a:ahLst/>
              <a:cxnLst/>
              <a:rect l="l" t="t" r="r" b="b"/>
              <a:pathLst>
                <a:path w="369" h="289" extrusionOk="0">
                  <a:moveTo>
                    <a:pt x="344" y="0"/>
                  </a:moveTo>
                  <a:cubicBezTo>
                    <a:pt x="355" y="24"/>
                    <a:pt x="361" y="51"/>
                    <a:pt x="361" y="79"/>
                  </a:cubicBezTo>
                  <a:cubicBezTo>
                    <a:pt x="361" y="186"/>
                    <a:pt x="224" y="276"/>
                    <a:pt x="168" y="272"/>
                  </a:cubicBezTo>
                  <a:cubicBezTo>
                    <a:pt x="96" y="267"/>
                    <a:pt x="34" y="233"/>
                    <a:pt x="0" y="175"/>
                  </a:cubicBezTo>
                  <a:cubicBezTo>
                    <a:pt x="31" y="242"/>
                    <a:pt x="98" y="289"/>
                    <a:pt x="176" y="289"/>
                  </a:cubicBezTo>
                  <a:cubicBezTo>
                    <a:pt x="283" y="289"/>
                    <a:pt x="369" y="202"/>
                    <a:pt x="369" y="96"/>
                  </a:cubicBezTo>
                  <a:cubicBezTo>
                    <a:pt x="369" y="61"/>
                    <a:pt x="360" y="28"/>
                    <a:pt x="344" y="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3231000" y="399240"/>
              <a:ext cx="135000" cy="135360"/>
            </a:xfrm>
            <a:custGeom>
              <a:avLst/>
              <a:gdLst/>
              <a:ahLst/>
              <a:cxnLst/>
              <a:rect l="l" t="t" r="r" b="b"/>
              <a:pathLst>
                <a:path w="375" h="376" extrusionOk="0">
                  <a:moveTo>
                    <a:pt x="375" y="77"/>
                  </a:moveTo>
                  <a:lnTo>
                    <a:pt x="76" y="376"/>
                  </a:lnTo>
                  <a:lnTo>
                    <a:pt x="0" y="299"/>
                  </a:lnTo>
                  <a:lnTo>
                    <a:pt x="299" y="0"/>
                  </a:lnTo>
                  <a:lnTo>
                    <a:pt x="375" y="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2838600" y="1152360"/>
              <a:ext cx="322560" cy="38520"/>
            </a:xfrm>
            <a:custGeom>
              <a:avLst/>
              <a:gdLst/>
              <a:ahLst/>
              <a:cxnLst/>
              <a:rect l="l" t="t" r="r" b="b"/>
              <a:pathLst>
                <a:path w="896" h="107" extrusionOk="0">
                  <a:moveTo>
                    <a:pt x="896" y="0"/>
                  </a:moveTo>
                  <a:lnTo>
                    <a:pt x="0" y="0"/>
                  </a:lnTo>
                  <a:lnTo>
                    <a:pt x="0" y="107"/>
                  </a:lnTo>
                  <a:lnTo>
                    <a:pt x="896" y="107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2905920" y="1087920"/>
              <a:ext cx="64440" cy="64440"/>
            </a:xfrm>
            <a:custGeom>
              <a:avLst/>
              <a:gdLst/>
              <a:ahLst/>
              <a:cxnLst/>
              <a:rect l="l" t="t" r="r" b="b"/>
              <a:pathLst>
                <a:path w="179" h="179" extrusionOk="0">
                  <a:moveTo>
                    <a:pt x="138" y="0"/>
                  </a:moveTo>
                  <a:lnTo>
                    <a:pt x="41" y="0"/>
                  </a:lnTo>
                  <a:cubicBezTo>
                    <a:pt x="18" y="0"/>
                    <a:pt x="0" y="18"/>
                    <a:pt x="0" y="41"/>
                  </a:cubicBezTo>
                  <a:lnTo>
                    <a:pt x="0" y="179"/>
                  </a:lnTo>
                  <a:lnTo>
                    <a:pt x="179" y="179"/>
                  </a:lnTo>
                  <a:lnTo>
                    <a:pt x="179" y="41"/>
                  </a:lnTo>
                  <a:cubicBezTo>
                    <a:pt x="179" y="1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3288960" y="457560"/>
              <a:ext cx="131040" cy="130680"/>
            </a:xfrm>
            <a:custGeom>
              <a:avLst/>
              <a:gdLst/>
              <a:ahLst/>
              <a:cxnLst/>
              <a:rect l="l" t="t" r="r" b="b"/>
              <a:pathLst>
                <a:path w="364" h="363" extrusionOk="0">
                  <a:moveTo>
                    <a:pt x="364" y="99"/>
                  </a:moveTo>
                  <a:lnTo>
                    <a:pt x="219" y="219"/>
                  </a:lnTo>
                  <a:lnTo>
                    <a:pt x="100" y="363"/>
                  </a:lnTo>
                  <a:lnTo>
                    <a:pt x="37" y="326"/>
                  </a:lnTo>
                  <a:lnTo>
                    <a:pt x="0" y="264"/>
                  </a:lnTo>
                  <a:lnTo>
                    <a:pt x="132" y="132"/>
                  </a:lnTo>
                  <a:lnTo>
                    <a:pt x="264" y="0"/>
                  </a:lnTo>
                  <a:lnTo>
                    <a:pt x="327" y="37"/>
                  </a:lnTo>
                  <a:lnTo>
                    <a:pt x="364" y="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3268800" y="437040"/>
              <a:ext cx="99360" cy="9936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34"/>
                  </a:moveTo>
                  <a:lnTo>
                    <a:pt x="34" y="276"/>
                  </a:lnTo>
                  <a:lnTo>
                    <a:pt x="0" y="242"/>
                  </a:lnTo>
                  <a:lnTo>
                    <a:pt x="242" y="0"/>
                  </a:lnTo>
                  <a:lnTo>
                    <a:pt x="276" y="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3295080" y="463680"/>
              <a:ext cx="70560" cy="7056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96" y="33"/>
                  </a:moveTo>
                  <a:lnTo>
                    <a:pt x="34" y="196"/>
                  </a:lnTo>
                  <a:lnTo>
                    <a:pt x="0" y="162"/>
                  </a:lnTo>
                  <a:lnTo>
                    <a:pt x="162" y="0"/>
                  </a:lnTo>
                  <a:lnTo>
                    <a:pt x="196" y="3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5550" rIns="90000" bIns="25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3302640" y="574560"/>
              <a:ext cx="25200" cy="85680"/>
            </a:xfrm>
            <a:custGeom>
              <a:avLst/>
              <a:gdLst/>
              <a:ahLst/>
              <a:cxnLst/>
              <a:rect l="l" t="t" r="r" b="b"/>
              <a:pathLst>
                <a:path w="70" h="238" extrusionOk="0">
                  <a:moveTo>
                    <a:pt x="70" y="0"/>
                  </a:moveTo>
                  <a:lnTo>
                    <a:pt x="0" y="0"/>
                  </a:lnTo>
                  <a:lnTo>
                    <a:pt x="0" y="238"/>
                  </a:lnTo>
                  <a:lnTo>
                    <a:pt x="70" y="23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3301560" y="64116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121" h="121" extrusionOk="0">
                  <a:moveTo>
                    <a:pt x="103" y="17"/>
                  </a:moveTo>
                  <a:cubicBezTo>
                    <a:pt x="127" y="41"/>
                    <a:pt x="127" y="79"/>
                    <a:pt x="103" y="103"/>
                  </a:cubicBezTo>
                  <a:cubicBezTo>
                    <a:pt x="80" y="127"/>
                    <a:pt x="41" y="127"/>
                    <a:pt x="18" y="103"/>
                  </a:cubicBezTo>
                  <a:cubicBezTo>
                    <a:pt x="-6" y="79"/>
                    <a:pt x="-6" y="41"/>
                    <a:pt x="18" y="17"/>
                  </a:cubicBezTo>
                  <a:cubicBezTo>
                    <a:pt x="41" y="-6"/>
                    <a:pt x="80" y="-6"/>
                    <a:pt x="103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3317760" y="531720"/>
              <a:ext cx="87120" cy="163800"/>
            </a:xfrm>
            <a:custGeom>
              <a:avLst/>
              <a:gdLst/>
              <a:ahLst/>
              <a:cxnLst/>
              <a:rect l="l" t="t" r="r" b="b"/>
              <a:pathLst>
                <a:path w="242" h="455" extrusionOk="0">
                  <a:moveTo>
                    <a:pt x="238" y="455"/>
                  </a:moveTo>
                  <a:lnTo>
                    <a:pt x="0" y="402"/>
                  </a:lnTo>
                  <a:lnTo>
                    <a:pt x="120" y="0"/>
                  </a:lnTo>
                  <a:lnTo>
                    <a:pt x="137" y="5"/>
                  </a:lnTo>
                  <a:lnTo>
                    <a:pt x="23" y="388"/>
                  </a:lnTo>
                  <a:lnTo>
                    <a:pt x="242" y="437"/>
                  </a:lnTo>
                  <a:lnTo>
                    <a:pt x="238" y="4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3339720" y="628560"/>
              <a:ext cx="81720" cy="69120"/>
            </a:xfrm>
            <a:custGeom>
              <a:avLst/>
              <a:gdLst/>
              <a:ahLst/>
              <a:cxnLst/>
              <a:rect l="l" t="t" r="r" b="b"/>
              <a:pathLst>
                <a:path w="227" h="192" extrusionOk="0">
                  <a:moveTo>
                    <a:pt x="218" y="180"/>
                  </a:moveTo>
                  <a:lnTo>
                    <a:pt x="216" y="183"/>
                  </a:lnTo>
                  <a:cubicBezTo>
                    <a:pt x="204" y="195"/>
                    <a:pt x="185" y="195"/>
                    <a:pt x="173" y="183"/>
                  </a:cubicBezTo>
                  <a:lnTo>
                    <a:pt x="3" y="88"/>
                  </a:lnTo>
                  <a:cubicBezTo>
                    <a:pt x="-9" y="76"/>
                    <a:pt x="32" y="23"/>
                    <a:pt x="44" y="11"/>
                  </a:cubicBezTo>
                  <a:lnTo>
                    <a:pt x="47" y="9"/>
                  </a:lnTo>
                  <a:cubicBezTo>
                    <a:pt x="58" y="-3"/>
                    <a:pt x="78" y="-3"/>
                    <a:pt x="89" y="9"/>
                  </a:cubicBezTo>
                  <a:lnTo>
                    <a:pt x="218" y="138"/>
                  </a:lnTo>
                  <a:cubicBezTo>
                    <a:pt x="230" y="150"/>
                    <a:pt x="230" y="169"/>
                    <a:pt x="218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4100" rIns="90000" bIns="24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3328200" y="636120"/>
              <a:ext cx="42120" cy="42120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117" y="29"/>
                  </a:moveTo>
                  <a:lnTo>
                    <a:pt x="29" y="117"/>
                  </a:lnTo>
                  <a:lnTo>
                    <a:pt x="0" y="87"/>
                  </a:lnTo>
                  <a:lnTo>
                    <a:pt x="88" y="0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406320" y="471240"/>
              <a:ext cx="85680" cy="25200"/>
            </a:xfrm>
            <a:custGeom>
              <a:avLst/>
              <a:gdLst/>
              <a:ahLst/>
              <a:cxnLst/>
              <a:rect l="l" t="t" r="r" b="b"/>
              <a:pathLst>
                <a:path w="238" h="70" extrusionOk="0">
                  <a:moveTo>
                    <a:pt x="238" y="70"/>
                  </a:moveTo>
                  <a:lnTo>
                    <a:pt x="0" y="70"/>
                  </a:lnTo>
                  <a:lnTo>
                    <a:pt x="0" y="0"/>
                  </a:lnTo>
                  <a:lnTo>
                    <a:pt x="238" y="0"/>
                  </a:lnTo>
                  <a:lnTo>
                    <a:pt x="238" y="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3472560" y="470160"/>
              <a:ext cx="43200" cy="43560"/>
            </a:xfrm>
            <a:custGeom>
              <a:avLst/>
              <a:gdLst/>
              <a:ahLst/>
              <a:cxnLst/>
              <a:rect l="l" t="t" r="r" b="b"/>
              <a:pathLst>
                <a:path w="120" h="121" extrusionOk="0">
                  <a:moveTo>
                    <a:pt x="18" y="103"/>
                  </a:moveTo>
                  <a:cubicBezTo>
                    <a:pt x="41" y="127"/>
                    <a:pt x="79" y="127"/>
                    <a:pt x="102" y="103"/>
                  </a:cubicBezTo>
                  <a:cubicBezTo>
                    <a:pt x="126" y="79"/>
                    <a:pt x="126" y="41"/>
                    <a:pt x="102" y="17"/>
                  </a:cubicBezTo>
                  <a:cubicBezTo>
                    <a:pt x="79" y="-6"/>
                    <a:pt x="41" y="-6"/>
                    <a:pt x="18" y="17"/>
                  </a:cubicBezTo>
                  <a:cubicBezTo>
                    <a:pt x="-6" y="41"/>
                    <a:pt x="-6" y="79"/>
                    <a:pt x="18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3363120" y="486000"/>
              <a:ext cx="163440" cy="87480"/>
            </a:xfrm>
            <a:custGeom>
              <a:avLst/>
              <a:gdLst/>
              <a:ahLst/>
              <a:cxnLst/>
              <a:rect l="l" t="t" r="r" b="b"/>
              <a:pathLst>
                <a:path w="454" h="243" extrusionOk="0">
                  <a:moveTo>
                    <a:pt x="437" y="243"/>
                  </a:moveTo>
                  <a:lnTo>
                    <a:pt x="388" y="23"/>
                  </a:lnTo>
                  <a:lnTo>
                    <a:pt x="5" y="138"/>
                  </a:lnTo>
                  <a:lnTo>
                    <a:pt x="0" y="121"/>
                  </a:lnTo>
                  <a:lnTo>
                    <a:pt x="401" y="0"/>
                  </a:lnTo>
                  <a:lnTo>
                    <a:pt x="454" y="239"/>
                  </a:lnTo>
                  <a:lnTo>
                    <a:pt x="437" y="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475" rIns="90000" bIns="42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3459960" y="508320"/>
              <a:ext cx="69120" cy="81720"/>
            </a:xfrm>
            <a:custGeom>
              <a:avLst/>
              <a:gdLst/>
              <a:ahLst/>
              <a:cxnLst/>
              <a:rect l="l" t="t" r="r" b="b"/>
              <a:pathLst>
                <a:path w="192" h="227" extrusionOk="0">
                  <a:moveTo>
                    <a:pt x="180" y="218"/>
                  </a:moveTo>
                  <a:lnTo>
                    <a:pt x="183" y="215"/>
                  </a:lnTo>
                  <a:cubicBezTo>
                    <a:pt x="194" y="204"/>
                    <a:pt x="194" y="184"/>
                    <a:pt x="183" y="173"/>
                  </a:cubicBezTo>
                  <a:lnTo>
                    <a:pt x="88" y="2"/>
                  </a:lnTo>
                  <a:cubicBezTo>
                    <a:pt x="77" y="-9"/>
                    <a:pt x="24" y="32"/>
                    <a:pt x="12" y="44"/>
                  </a:cubicBezTo>
                  <a:lnTo>
                    <a:pt x="9" y="46"/>
                  </a:lnTo>
                  <a:cubicBezTo>
                    <a:pt x="-2" y="58"/>
                    <a:pt x="-2" y="77"/>
                    <a:pt x="9" y="89"/>
                  </a:cubicBezTo>
                  <a:lnTo>
                    <a:pt x="137" y="218"/>
                  </a:lnTo>
                  <a:cubicBezTo>
                    <a:pt x="149" y="230"/>
                    <a:pt x="168" y="230"/>
                    <a:pt x="180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3467520" y="496440"/>
              <a:ext cx="41760" cy="42480"/>
            </a:xfrm>
            <a:custGeom>
              <a:avLst/>
              <a:gdLst/>
              <a:ahLst/>
              <a:cxnLst/>
              <a:rect l="l" t="t" r="r" b="b"/>
              <a:pathLst>
                <a:path w="116" h="118" extrusionOk="0">
                  <a:moveTo>
                    <a:pt x="29" y="118"/>
                  </a:moveTo>
                  <a:lnTo>
                    <a:pt x="116" y="30"/>
                  </a:lnTo>
                  <a:lnTo>
                    <a:pt x="87" y="0"/>
                  </a:lnTo>
                  <a:lnTo>
                    <a:pt x="0" y="88"/>
                  </a:lnTo>
                  <a:lnTo>
                    <a:pt x="29" y="1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2725560" y="1190880"/>
              <a:ext cx="549000" cy="164880"/>
            </a:xfrm>
            <a:custGeom>
              <a:avLst/>
              <a:gdLst/>
              <a:ahLst/>
              <a:cxnLst/>
              <a:rect l="l" t="t" r="r" b="b"/>
              <a:pathLst>
                <a:path w="1525" h="458" extrusionOk="0">
                  <a:moveTo>
                    <a:pt x="0" y="458"/>
                  </a:moveTo>
                  <a:lnTo>
                    <a:pt x="1525" y="458"/>
                  </a:lnTo>
                  <a:lnTo>
                    <a:pt x="1355" y="0"/>
                  </a:lnTo>
                  <a:lnTo>
                    <a:pt x="170" y="0"/>
                  </a:lnTo>
                  <a:lnTo>
                    <a:pt x="0" y="4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2749680" y="1200240"/>
              <a:ext cx="59760" cy="144720"/>
            </a:xfrm>
            <a:custGeom>
              <a:avLst/>
              <a:gdLst/>
              <a:ahLst/>
              <a:cxnLst/>
              <a:rect l="l" t="t" r="r" b="b"/>
              <a:pathLst>
                <a:path w="166" h="402" extrusionOk="0">
                  <a:moveTo>
                    <a:pt x="166" y="0"/>
                  </a:moveTo>
                  <a:lnTo>
                    <a:pt x="166" y="402"/>
                  </a:lnTo>
                  <a:lnTo>
                    <a:pt x="0" y="402"/>
                  </a:lnTo>
                  <a:lnTo>
                    <a:pt x="13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3074400" y="120024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323" y="0"/>
                  </a:moveTo>
                  <a:lnTo>
                    <a:pt x="323" y="380"/>
                  </a:lnTo>
                  <a:lnTo>
                    <a:pt x="0" y="402"/>
                  </a:lnTo>
                  <a:lnTo>
                    <a:pt x="488" y="402"/>
                  </a:lnTo>
                  <a:lnTo>
                    <a:pt x="350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2809440" y="120096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488" y="0"/>
                  </a:moveTo>
                  <a:lnTo>
                    <a:pt x="488" y="402"/>
                  </a:lnTo>
                  <a:lnTo>
                    <a:pt x="0" y="400"/>
                  </a:lnTo>
                  <a:lnTo>
                    <a:pt x="329" y="378"/>
                  </a:lnTo>
                  <a:lnTo>
                    <a:pt x="428" y="0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3015000" y="1200960"/>
              <a:ext cx="59400" cy="144720"/>
            </a:xfrm>
            <a:custGeom>
              <a:avLst/>
              <a:gdLst/>
              <a:ahLst/>
              <a:cxnLst/>
              <a:rect l="l" t="t" r="r" b="b"/>
              <a:pathLst>
                <a:path w="165" h="402" extrusionOk="0">
                  <a:moveTo>
                    <a:pt x="0" y="0"/>
                  </a:moveTo>
                  <a:lnTo>
                    <a:pt x="0" y="402"/>
                  </a:lnTo>
                  <a:lnTo>
                    <a:pt x="165" y="400"/>
                  </a:lnTo>
                  <a:lnTo>
                    <a:pt x="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3036600" y="1200240"/>
              <a:ext cx="163800" cy="9720"/>
            </a:xfrm>
            <a:custGeom>
              <a:avLst/>
              <a:gdLst/>
              <a:ahLst/>
              <a:cxnLst/>
              <a:rect l="l" t="t" r="r" b="b"/>
              <a:pathLst>
                <a:path w="455" h="27" extrusionOk="0">
                  <a:moveTo>
                    <a:pt x="455" y="0"/>
                  </a:moveTo>
                  <a:lnTo>
                    <a:pt x="0" y="2"/>
                  </a:lnTo>
                  <a:lnTo>
                    <a:pt x="6" y="27"/>
                  </a:lnTo>
                  <a:lnTo>
                    <a:pt x="428" y="27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2779560" y="1190880"/>
              <a:ext cx="441000" cy="10080"/>
            </a:xfrm>
            <a:custGeom>
              <a:avLst/>
              <a:gdLst/>
              <a:ahLst/>
              <a:cxnLst/>
              <a:rect l="l" t="t" r="r" b="b"/>
              <a:pathLst>
                <a:path w="1225" h="28" extrusionOk="0">
                  <a:moveTo>
                    <a:pt x="1225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225" y="0"/>
                  </a:lnTo>
                  <a:lnTo>
                    <a:pt x="1225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2719800" y="1345680"/>
              <a:ext cx="559080" cy="10080"/>
            </a:xfrm>
            <a:custGeom>
              <a:avLst/>
              <a:gdLst/>
              <a:ahLst/>
              <a:cxnLst/>
              <a:rect l="l" t="t" r="r" b="b"/>
              <a:pathLst>
                <a:path w="1553" h="28" extrusionOk="0">
                  <a:moveTo>
                    <a:pt x="1553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553" y="0"/>
                  </a:lnTo>
                  <a:lnTo>
                    <a:pt x="1553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2800800" y="1200960"/>
              <a:ext cx="184320" cy="9000"/>
            </a:xfrm>
            <a:custGeom>
              <a:avLst/>
              <a:gdLst/>
              <a:ahLst/>
              <a:cxnLst/>
              <a:rect l="l" t="t" r="r" b="b"/>
              <a:pathLst>
                <a:path w="512" h="25" extrusionOk="0">
                  <a:moveTo>
                    <a:pt x="0" y="25"/>
                  </a:moveTo>
                  <a:lnTo>
                    <a:pt x="512" y="25"/>
                  </a:lnTo>
                  <a:lnTo>
                    <a:pt x="512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2961360" y="1200960"/>
              <a:ext cx="77400" cy="9000"/>
            </a:xfrm>
            <a:custGeom>
              <a:avLst/>
              <a:gdLst/>
              <a:ahLst/>
              <a:cxnLst/>
              <a:rect l="l" t="t" r="r" b="b"/>
              <a:pathLst>
                <a:path w="215" h="25" extrusionOk="0">
                  <a:moveTo>
                    <a:pt x="0" y="25"/>
                  </a:moveTo>
                  <a:lnTo>
                    <a:pt x="66" y="6"/>
                  </a:lnTo>
                  <a:lnTo>
                    <a:pt x="149" y="6"/>
                  </a:lnTo>
                  <a:lnTo>
                    <a:pt x="215" y="25"/>
                  </a:lnTo>
                  <a:lnTo>
                    <a:pt x="209" y="0"/>
                  </a:lnTo>
                  <a:lnTo>
                    <a:pt x="6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2782080" y="1200960"/>
              <a:ext cx="27360" cy="9000"/>
            </a:xfrm>
            <a:custGeom>
              <a:avLst/>
              <a:gdLst/>
              <a:ahLst/>
              <a:cxnLst/>
              <a:rect l="l" t="t" r="r" b="b"/>
              <a:pathLst>
                <a:path w="76" h="25" extrusionOk="0">
                  <a:moveTo>
                    <a:pt x="76" y="25"/>
                  </a:moveTo>
                  <a:lnTo>
                    <a:pt x="46" y="6"/>
                  </a:lnTo>
                  <a:lnTo>
                    <a:pt x="0" y="6"/>
                  </a:lnTo>
                  <a:lnTo>
                    <a:pt x="3" y="0"/>
                  </a:lnTo>
                  <a:lnTo>
                    <a:pt x="76" y="0"/>
                  </a:lnTo>
                  <a:lnTo>
                    <a:pt x="76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3190680" y="1200960"/>
              <a:ext cx="27000" cy="9000"/>
            </a:xfrm>
            <a:custGeom>
              <a:avLst/>
              <a:gdLst/>
              <a:ahLst/>
              <a:cxnLst/>
              <a:rect l="l" t="t" r="r" b="b"/>
              <a:pathLst>
                <a:path w="75" h="25" extrusionOk="0">
                  <a:moveTo>
                    <a:pt x="0" y="25"/>
                  </a:moveTo>
                  <a:lnTo>
                    <a:pt x="29" y="6"/>
                  </a:lnTo>
                  <a:lnTo>
                    <a:pt x="75" y="6"/>
                  </a:lnTo>
                  <a:lnTo>
                    <a:pt x="73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28"/>
          <p:cNvGrpSpPr/>
          <p:nvPr/>
        </p:nvGrpSpPr>
        <p:grpSpPr>
          <a:xfrm>
            <a:off x="6466974" y="2341176"/>
            <a:ext cx="1957022" cy="2390018"/>
            <a:chOff x="4064760" y="1572120"/>
            <a:chExt cx="907920" cy="1108800"/>
          </a:xfrm>
        </p:grpSpPr>
        <p:sp>
          <p:nvSpPr>
            <p:cNvPr id="221" name="Google Shape;221;p28"/>
            <p:cNvSpPr/>
            <p:nvPr/>
          </p:nvSpPr>
          <p:spPr>
            <a:xfrm>
              <a:off x="4194360" y="1598760"/>
              <a:ext cx="767520" cy="140400"/>
            </a:xfrm>
            <a:custGeom>
              <a:avLst/>
              <a:gdLst/>
              <a:ahLst/>
              <a:cxnLst/>
              <a:rect l="l" t="t" r="r" b="b"/>
              <a:pathLst>
                <a:path w="2132" h="390" extrusionOk="0">
                  <a:moveTo>
                    <a:pt x="2130" y="390"/>
                  </a:moveTo>
                  <a:lnTo>
                    <a:pt x="2132" y="378"/>
                  </a:lnTo>
                  <a:lnTo>
                    <a:pt x="3" y="0"/>
                  </a:lnTo>
                  <a:lnTo>
                    <a:pt x="0" y="12"/>
                  </a:lnTo>
                  <a:lnTo>
                    <a:pt x="1081" y="390"/>
                  </a:lnTo>
                  <a:lnTo>
                    <a:pt x="1085" y="378"/>
                  </a:lnTo>
                  <a:lnTo>
                    <a:pt x="80" y="26"/>
                  </a:lnTo>
                  <a:lnTo>
                    <a:pt x="2130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2427" y="76"/>
                  </a:moveTo>
                  <a:lnTo>
                    <a:pt x="0" y="76"/>
                  </a:lnTo>
                  <a:lnTo>
                    <a:pt x="0" y="0"/>
                  </a:lnTo>
                  <a:lnTo>
                    <a:pt x="2427" y="0"/>
                  </a:lnTo>
                  <a:lnTo>
                    <a:pt x="2427" y="7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4098960" y="1723320"/>
              <a:ext cx="873720" cy="27360"/>
            </a:xfrm>
            <a:custGeom>
              <a:avLst/>
              <a:gdLst/>
              <a:ahLst/>
              <a:cxnLst/>
              <a:rect l="l" t="t" r="r" b="b"/>
              <a:pathLst>
                <a:path w="2427" h="76" extrusionOk="0">
                  <a:moveTo>
                    <a:pt x="0" y="38"/>
                  </a:moveTo>
                  <a:lnTo>
                    <a:pt x="124" y="38"/>
                  </a:lnTo>
                  <a:lnTo>
                    <a:pt x="280" y="0"/>
                  </a:lnTo>
                  <a:lnTo>
                    <a:pt x="315" y="38"/>
                  </a:lnTo>
                  <a:lnTo>
                    <a:pt x="2427" y="38"/>
                  </a:lnTo>
                  <a:lnTo>
                    <a:pt x="2427" y="76"/>
                  </a:lnTo>
                  <a:lnTo>
                    <a:pt x="0" y="76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8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0" y="2777"/>
                  </a:moveTo>
                  <a:lnTo>
                    <a:pt x="155" y="2777"/>
                  </a:lnTo>
                  <a:lnTo>
                    <a:pt x="155" y="0"/>
                  </a:lnTo>
                  <a:lnTo>
                    <a:pt x="0" y="0"/>
                  </a:lnTo>
                  <a:lnTo>
                    <a:pt x="0" y="277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8"/>
            <p:cNvSpPr/>
            <p:nvPr/>
          </p:nvSpPr>
          <p:spPr>
            <a:xfrm>
              <a:off x="4143960" y="1588680"/>
              <a:ext cx="55800" cy="999720"/>
            </a:xfrm>
            <a:custGeom>
              <a:avLst/>
              <a:gdLst/>
              <a:ahLst/>
              <a:cxnLst/>
              <a:rect l="l" t="t" r="r" b="b"/>
              <a:pathLst>
                <a:path w="155" h="2777" extrusionOk="0">
                  <a:moveTo>
                    <a:pt x="44" y="0"/>
                  </a:moveTo>
                  <a:lnTo>
                    <a:pt x="0" y="0"/>
                  </a:lnTo>
                  <a:lnTo>
                    <a:pt x="0" y="2777"/>
                  </a:lnTo>
                  <a:lnTo>
                    <a:pt x="155" y="2777"/>
                  </a:lnTo>
                  <a:cubicBezTo>
                    <a:pt x="155" y="2777"/>
                    <a:pt x="44" y="2752"/>
                    <a:pt x="44" y="2609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4064760" y="2588400"/>
              <a:ext cx="368280" cy="92520"/>
            </a:xfrm>
            <a:custGeom>
              <a:avLst/>
              <a:gdLst/>
              <a:ahLst/>
              <a:cxnLst/>
              <a:rect l="l" t="t" r="r" b="b"/>
              <a:pathLst>
                <a:path w="1023" h="257" extrusionOk="0">
                  <a:moveTo>
                    <a:pt x="0" y="257"/>
                  </a:moveTo>
                  <a:lnTo>
                    <a:pt x="1023" y="257"/>
                  </a:lnTo>
                  <a:lnTo>
                    <a:pt x="858" y="41"/>
                  </a:lnTo>
                  <a:cubicBezTo>
                    <a:pt x="838" y="16"/>
                    <a:pt x="808" y="0"/>
                    <a:pt x="775" y="0"/>
                  </a:cubicBezTo>
                  <a:lnTo>
                    <a:pt x="105" y="0"/>
                  </a:lnTo>
                  <a:cubicBezTo>
                    <a:pt x="47" y="0"/>
                    <a:pt x="0" y="47"/>
                    <a:pt x="0" y="105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4132440" y="1572120"/>
              <a:ext cx="78840" cy="26640"/>
            </a:xfrm>
            <a:custGeom>
              <a:avLst/>
              <a:gdLst/>
              <a:ahLst/>
              <a:cxnLst/>
              <a:rect l="l" t="t" r="r" b="b"/>
              <a:pathLst>
                <a:path w="219" h="74" extrusionOk="0">
                  <a:moveTo>
                    <a:pt x="37" y="74"/>
                  </a:moveTo>
                  <a:lnTo>
                    <a:pt x="181" y="74"/>
                  </a:lnTo>
                  <a:cubicBezTo>
                    <a:pt x="202" y="74"/>
                    <a:pt x="219" y="57"/>
                    <a:pt x="219" y="36"/>
                  </a:cubicBezTo>
                  <a:cubicBezTo>
                    <a:pt x="219" y="16"/>
                    <a:pt x="202" y="0"/>
                    <a:pt x="181" y="0"/>
                  </a:cubicBezTo>
                  <a:lnTo>
                    <a:pt x="37" y="0"/>
                  </a:lnTo>
                  <a:cubicBezTo>
                    <a:pt x="17" y="0"/>
                    <a:pt x="0" y="16"/>
                    <a:pt x="0" y="36"/>
                  </a:cubicBezTo>
                  <a:cubicBezTo>
                    <a:pt x="0" y="57"/>
                    <a:pt x="17" y="74"/>
                    <a:pt x="37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4694040" y="1793880"/>
              <a:ext cx="40680" cy="57960"/>
            </a:xfrm>
            <a:custGeom>
              <a:avLst/>
              <a:gdLst/>
              <a:ahLst/>
              <a:cxnLst/>
              <a:rect l="l" t="t" r="r" b="b"/>
              <a:pathLst>
                <a:path w="113" h="161" extrusionOk="0">
                  <a:moveTo>
                    <a:pt x="0" y="161"/>
                  </a:moveTo>
                  <a:lnTo>
                    <a:pt x="113" y="161"/>
                  </a:lnTo>
                  <a:lnTo>
                    <a:pt x="113" y="0"/>
                  </a:lnTo>
                  <a:lnTo>
                    <a:pt x="0" y="0"/>
                  </a:lnTo>
                  <a:lnTo>
                    <a:pt x="0" y="1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2950" rIns="90000" bIns="12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0" y="945"/>
                  </a:moveTo>
                  <a:lnTo>
                    <a:pt x="303" y="945"/>
                  </a:lnTo>
                  <a:lnTo>
                    <a:pt x="303" y="0"/>
                  </a:lnTo>
                  <a:lnTo>
                    <a:pt x="0" y="0"/>
                  </a:lnTo>
                  <a:lnTo>
                    <a:pt x="0" y="9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4676400" y="2192040"/>
              <a:ext cx="75960" cy="28800"/>
            </a:xfrm>
            <a:custGeom>
              <a:avLst/>
              <a:gdLst/>
              <a:ahLst/>
              <a:cxnLst/>
              <a:rect l="l" t="t" r="r" b="b"/>
              <a:pathLst>
                <a:path w="211" h="80" extrusionOk="0">
                  <a:moveTo>
                    <a:pt x="0" y="80"/>
                  </a:moveTo>
                  <a:lnTo>
                    <a:pt x="211" y="80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4529520" y="2246760"/>
              <a:ext cx="370080" cy="15840"/>
            </a:xfrm>
            <a:custGeom>
              <a:avLst/>
              <a:gdLst/>
              <a:ahLst/>
              <a:cxnLst/>
              <a:rect l="l" t="t" r="r" b="b"/>
              <a:pathLst>
                <a:path w="1028" h="44" extrusionOk="0">
                  <a:moveTo>
                    <a:pt x="0" y="44"/>
                  </a:moveTo>
                  <a:lnTo>
                    <a:pt x="1028" y="44"/>
                  </a:lnTo>
                  <a:lnTo>
                    <a:pt x="1028" y="0"/>
                  </a:lnTo>
                  <a:lnTo>
                    <a:pt x="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4693680" y="2220840"/>
              <a:ext cx="41760" cy="25920"/>
            </a:xfrm>
            <a:custGeom>
              <a:avLst/>
              <a:gdLst/>
              <a:ahLst/>
              <a:cxnLst/>
              <a:rect l="l" t="t" r="r" b="b"/>
              <a:pathLst>
                <a:path w="116" h="72" extrusionOk="0">
                  <a:moveTo>
                    <a:pt x="0" y="72"/>
                  </a:moveTo>
                  <a:lnTo>
                    <a:pt x="116" y="72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485892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488736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4904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485028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4501080" y="2277720"/>
              <a:ext cx="69120" cy="12960"/>
            </a:xfrm>
            <a:custGeom>
              <a:avLst/>
              <a:gdLst/>
              <a:ahLst/>
              <a:cxnLst/>
              <a:rect l="l" t="t" r="r" b="b"/>
              <a:pathLst>
                <a:path w="192" h="36" extrusionOk="0">
                  <a:moveTo>
                    <a:pt x="0" y="36"/>
                  </a:moveTo>
                  <a:lnTo>
                    <a:pt x="192" y="36"/>
                  </a:lnTo>
                  <a:lnTo>
                    <a:pt x="192" y="0"/>
                  </a:lnTo>
                  <a:lnTo>
                    <a:pt x="0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4529520" y="2262600"/>
              <a:ext cx="12240" cy="15120"/>
            </a:xfrm>
            <a:custGeom>
              <a:avLst/>
              <a:gdLst/>
              <a:ahLst/>
              <a:cxnLst/>
              <a:rect l="l" t="t" r="r" b="b"/>
              <a:pathLst>
                <a:path w="34" h="42" extrusionOk="0">
                  <a:moveTo>
                    <a:pt x="0" y="42"/>
                  </a:moveTo>
                  <a:lnTo>
                    <a:pt x="34" y="42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4546440" y="2290680"/>
              <a:ext cx="32040" cy="9720"/>
            </a:xfrm>
            <a:custGeom>
              <a:avLst/>
              <a:gdLst/>
              <a:ahLst/>
              <a:cxnLst/>
              <a:rect l="l" t="t" r="r" b="b"/>
              <a:pathLst>
                <a:path w="89" h="27" extrusionOk="0">
                  <a:moveTo>
                    <a:pt x="0" y="27"/>
                  </a:moveTo>
                  <a:lnTo>
                    <a:pt x="89" y="27"/>
                  </a:lnTo>
                  <a:lnTo>
                    <a:pt x="65" y="0"/>
                  </a:lnTo>
                  <a:lnTo>
                    <a:pt x="23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4492440" y="2290680"/>
              <a:ext cx="32400" cy="9720"/>
            </a:xfrm>
            <a:custGeom>
              <a:avLst/>
              <a:gdLst/>
              <a:ahLst/>
              <a:cxnLst/>
              <a:rect l="l" t="t" r="r" b="b"/>
              <a:pathLst>
                <a:path w="90" h="27" extrusionOk="0">
                  <a:moveTo>
                    <a:pt x="0" y="27"/>
                  </a:moveTo>
                  <a:lnTo>
                    <a:pt x="90" y="27"/>
                  </a:lnTo>
                  <a:lnTo>
                    <a:pt x="66" y="0"/>
                  </a:lnTo>
                  <a:lnTo>
                    <a:pt x="24" y="0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4659840" y="1851840"/>
              <a:ext cx="109080" cy="340200"/>
            </a:xfrm>
            <a:custGeom>
              <a:avLst/>
              <a:gdLst/>
              <a:ahLst/>
              <a:cxnLst/>
              <a:rect l="l" t="t" r="r" b="b"/>
              <a:pathLst>
                <a:path w="303" h="945" extrusionOk="0">
                  <a:moveTo>
                    <a:pt x="303" y="0"/>
                  </a:moveTo>
                  <a:lnTo>
                    <a:pt x="46" y="64"/>
                  </a:lnTo>
                  <a:lnTo>
                    <a:pt x="46" y="869"/>
                  </a:lnTo>
                  <a:lnTo>
                    <a:pt x="303" y="945"/>
                  </a:lnTo>
                  <a:lnTo>
                    <a:pt x="0" y="945"/>
                  </a:lnTo>
                  <a:lnTo>
                    <a:pt x="0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450216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493" y="277"/>
                  </a:moveTo>
                  <a:cubicBezTo>
                    <a:pt x="603" y="277"/>
                    <a:pt x="606" y="197"/>
                    <a:pt x="606" y="196"/>
                  </a:cubicBezTo>
                  <a:lnTo>
                    <a:pt x="573" y="195"/>
                  </a:lnTo>
                  <a:cubicBezTo>
                    <a:pt x="572" y="200"/>
                    <a:pt x="568" y="243"/>
                    <a:pt x="493" y="243"/>
                  </a:cubicBezTo>
                  <a:cubicBezTo>
                    <a:pt x="458" y="243"/>
                    <a:pt x="421" y="198"/>
                    <a:pt x="381" y="151"/>
                  </a:cubicBezTo>
                  <a:cubicBezTo>
                    <a:pt x="324" y="83"/>
                    <a:pt x="261" y="6"/>
                    <a:pt x="168" y="0"/>
                  </a:cubicBezTo>
                  <a:cubicBezTo>
                    <a:pt x="128" y="-3"/>
                    <a:pt x="94" y="9"/>
                    <a:pt x="67" y="35"/>
                  </a:cubicBezTo>
                  <a:cubicBezTo>
                    <a:pt x="-2" y="100"/>
                    <a:pt x="0" y="233"/>
                    <a:pt x="0" y="238"/>
                  </a:cubicBezTo>
                  <a:lnTo>
                    <a:pt x="34" y="238"/>
                  </a:lnTo>
                  <a:cubicBezTo>
                    <a:pt x="34" y="236"/>
                    <a:pt x="32" y="114"/>
                    <a:pt x="90" y="59"/>
                  </a:cubicBezTo>
                  <a:cubicBezTo>
                    <a:pt x="110" y="40"/>
                    <a:pt x="135" y="31"/>
                    <a:pt x="166" y="34"/>
                  </a:cubicBezTo>
                  <a:cubicBezTo>
                    <a:pt x="244" y="39"/>
                    <a:pt x="303" y="110"/>
                    <a:pt x="355" y="172"/>
                  </a:cubicBezTo>
                  <a:cubicBezTo>
                    <a:pt x="402" y="228"/>
                    <a:pt x="443" y="277"/>
                    <a:pt x="493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4708080" y="2192040"/>
              <a:ext cx="218160" cy="99720"/>
            </a:xfrm>
            <a:custGeom>
              <a:avLst/>
              <a:gdLst/>
              <a:ahLst/>
              <a:cxnLst/>
              <a:rect l="l" t="t" r="r" b="b"/>
              <a:pathLst>
                <a:path w="606" h="277" extrusionOk="0">
                  <a:moveTo>
                    <a:pt x="114" y="277"/>
                  </a:moveTo>
                  <a:cubicBezTo>
                    <a:pt x="164" y="277"/>
                    <a:pt x="204" y="228"/>
                    <a:pt x="252" y="172"/>
                  </a:cubicBezTo>
                  <a:cubicBezTo>
                    <a:pt x="304" y="110"/>
                    <a:pt x="363" y="39"/>
                    <a:pt x="441" y="34"/>
                  </a:cubicBezTo>
                  <a:cubicBezTo>
                    <a:pt x="471" y="31"/>
                    <a:pt x="496" y="40"/>
                    <a:pt x="517" y="59"/>
                  </a:cubicBezTo>
                  <a:cubicBezTo>
                    <a:pt x="574" y="114"/>
                    <a:pt x="572" y="236"/>
                    <a:pt x="572" y="238"/>
                  </a:cubicBezTo>
                  <a:lnTo>
                    <a:pt x="606" y="238"/>
                  </a:lnTo>
                  <a:cubicBezTo>
                    <a:pt x="606" y="233"/>
                    <a:pt x="608" y="100"/>
                    <a:pt x="540" y="35"/>
                  </a:cubicBezTo>
                  <a:cubicBezTo>
                    <a:pt x="513" y="9"/>
                    <a:pt x="479" y="-3"/>
                    <a:pt x="439" y="0"/>
                  </a:cubicBezTo>
                  <a:cubicBezTo>
                    <a:pt x="346" y="6"/>
                    <a:pt x="282" y="83"/>
                    <a:pt x="226" y="150"/>
                  </a:cubicBezTo>
                  <a:cubicBezTo>
                    <a:pt x="186" y="198"/>
                    <a:pt x="148" y="243"/>
                    <a:pt x="114" y="243"/>
                  </a:cubicBezTo>
                  <a:cubicBezTo>
                    <a:pt x="39" y="243"/>
                    <a:pt x="34" y="200"/>
                    <a:pt x="34" y="195"/>
                  </a:cubicBezTo>
                  <a:lnTo>
                    <a:pt x="0" y="196"/>
                  </a:lnTo>
                  <a:cubicBezTo>
                    <a:pt x="0" y="197"/>
                    <a:pt x="4" y="277"/>
                    <a:pt x="114" y="2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470808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8"/>
            <p:cNvSpPr/>
            <p:nvPr/>
          </p:nvSpPr>
          <p:spPr>
            <a:xfrm>
              <a:off x="4100400" y="1743840"/>
              <a:ext cx="620280" cy="219240"/>
            </a:xfrm>
            <a:custGeom>
              <a:avLst/>
              <a:gdLst/>
              <a:ahLst/>
              <a:cxnLst/>
              <a:rect l="l" t="t" r="r" b="b"/>
              <a:pathLst>
                <a:path w="1723" h="609" extrusionOk="0">
                  <a:moveTo>
                    <a:pt x="1326" y="228"/>
                  </a:moveTo>
                  <a:cubicBezTo>
                    <a:pt x="1326" y="259"/>
                    <a:pt x="1329" y="293"/>
                    <a:pt x="1334" y="328"/>
                  </a:cubicBezTo>
                  <a:cubicBezTo>
                    <a:pt x="1348" y="279"/>
                    <a:pt x="1355" y="232"/>
                    <a:pt x="1355" y="194"/>
                  </a:cubicBezTo>
                  <a:cubicBezTo>
                    <a:pt x="1355" y="170"/>
                    <a:pt x="1352" y="158"/>
                    <a:pt x="1350" y="151"/>
                  </a:cubicBezTo>
                  <a:cubicBezTo>
                    <a:pt x="1348" y="146"/>
                    <a:pt x="1346" y="143"/>
                    <a:pt x="1344" y="143"/>
                  </a:cubicBezTo>
                  <a:cubicBezTo>
                    <a:pt x="1339" y="143"/>
                    <a:pt x="1326" y="163"/>
                    <a:pt x="1326" y="228"/>
                  </a:cubicBezTo>
                  <a:moveTo>
                    <a:pt x="971" y="153"/>
                  </a:moveTo>
                  <a:cubicBezTo>
                    <a:pt x="965" y="168"/>
                    <a:pt x="962" y="190"/>
                    <a:pt x="962" y="217"/>
                  </a:cubicBezTo>
                  <a:cubicBezTo>
                    <a:pt x="962" y="257"/>
                    <a:pt x="968" y="303"/>
                    <a:pt x="979" y="349"/>
                  </a:cubicBezTo>
                  <a:cubicBezTo>
                    <a:pt x="997" y="296"/>
                    <a:pt x="1007" y="243"/>
                    <a:pt x="1007" y="202"/>
                  </a:cubicBezTo>
                  <a:cubicBezTo>
                    <a:pt x="1007" y="180"/>
                    <a:pt x="1004" y="162"/>
                    <a:pt x="999" y="150"/>
                  </a:cubicBezTo>
                  <a:cubicBezTo>
                    <a:pt x="992" y="137"/>
                    <a:pt x="986" y="137"/>
                    <a:pt x="983" y="137"/>
                  </a:cubicBezTo>
                  <a:cubicBezTo>
                    <a:pt x="977" y="137"/>
                    <a:pt x="972" y="149"/>
                    <a:pt x="971" y="153"/>
                  </a:cubicBezTo>
                  <a:moveTo>
                    <a:pt x="601" y="376"/>
                  </a:moveTo>
                  <a:lnTo>
                    <a:pt x="601" y="376"/>
                  </a:lnTo>
                  <a:cubicBezTo>
                    <a:pt x="610" y="354"/>
                    <a:pt x="616" y="333"/>
                    <a:pt x="620" y="317"/>
                  </a:cubicBezTo>
                  <a:cubicBezTo>
                    <a:pt x="645" y="219"/>
                    <a:pt x="633" y="145"/>
                    <a:pt x="622" y="139"/>
                  </a:cubicBezTo>
                  <a:cubicBezTo>
                    <a:pt x="604" y="145"/>
                    <a:pt x="579" y="251"/>
                    <a:pt x="601" y="376"/>
                  </a:cubicBezTo>
                  <a:moveTo>
                    <a:pt x="601" y="494"/>
                  </a:moveTo>
                  <a:cubicBezTo>
                    <a:pt x="597" y="486"/>
                    <a:pt x="594" y="477"/>
                    <a:pt x="591" y="468"/>
                  </a:cubicBezTo>
                  <a:cubicBezTo>
                    <a:pt x="546" y="535"/>
                    <a:pt x="469" y="605"/>
                    <a:pt x="341" y="605"/>
                  </a:cubicBezTo>
                  <a:cubicBezTo>
                    <a:pt x="340" y="605"/>
                    <a:pt x="338" y="605"/>
                    <a:pt x="337" y="605"/>
                  </a:cubicBezTo>
                  <a:cubicBezTo>
                    <a:pt x="120" y="602"/>
                    <a:pt x="0" y="472"/>
                    <a:pt x="0" y="238"/>
                  </a:cubicBezTo>
                  <a:cubicBezTo>
                    <a:pt x="0" y="30"/>
                    <a:pt x="116" y="1"/>
                    <a:pt x="121" y="0"/>
                  </a:cubicBezTo>
                  <a:lnTo>
                    <a:pt x="121" y="36"/>
                  </a:lnTo>
                  <a:cubicBezTo>
                    <a:pt x="117" y="37"/>
                    <a:pt x="34" y="59"/>
                    <a:pt x="34" y="238"/>
                  </a:cubicBezTo>
                  <a:cubicBezTo>
                    <a:pt x="34" y="388"/>
                    <a:pt x="86" y="568"/>
                    <a:pt x="337" y="571"/>
                  </a:cubicBezTo>
                  <a:cubicBezTo>
                    <a:pt x="339" y="571"/>
                    <a:pt x="340" y="571"/>
                    <a:pt x="341" y="571"/>
                  </a:cubicBezTo>
                  <a:cubicBezTo>
                    <a:pt x="465" y="571"/>
                    <a:pt x="536" y="498"/>
                    <a:pt x="577" y="426"/>
                  </a:cubicBezTo>
                  <a:cubicBezTo>
                    <a:pt x="565" y="381"/>
                    <a:pt x="559" y="330"/>
                    <a:pt x="559" y="278"/>
                  </a:cubicBezTo>
                  <a:cubicBezTo>
                    <a:pt x="559" y="198"/>
                    <a:pt x="575" y="105"/>
                    <a:pt x="621" y="105"/>
                  </a:cubicBezTo>
                  <a:cubicBezTo>
                    <a:pt x="629" y="105"/>
                    <a:pt x="643" y="108"/>
                    <a:pt x="653" y="126"/>
                  </a:cubicBezTo>
                  <a:cubicBezTo>
                    <a:pt x="679" y="172"/>
                    <a:pt x="675" y="312"/>
                    <a:pt x="613" y="430"/>
                  </a:cubicBezTo>
                  <a:cubicBezTo>
                    <a:pt x="633" y="499"/>
                    <a:pt x="675" y="575"/>
                    <a:pt x="760" y="575"/>
                  </a:cubicBezTo>
                  <a:cubicBezTo>
                    <a:pt x="847" y="575"/>
                    <a:pt x="916" y="494"/>
                    <a:pt x="959" y="400"/>
                  </a:cubicBezTo>
                  <a:cubicBezTo>
                    <a:pt x="939" y="336"/>
                    <a:pt x="929" y="269"/>
                    <a:pt x="929" y="217"/>
                  </a:cubicBezTo>
                  <a:cubicBezTo>
                    <a:pt x="929" y="185"/>
                    <a:pt x="932" y="160"/>
                    <a:pt x="939" y="141"/>
                  </a:cubicBezTo>
                  <a:cubicBezTo>
                    <a:pt x="951" y="108"/>
                    <a:pt x="971" y="103"/>
                    <a:pt x="983" y="103"/>
                  </a:cubicBezTo>
                  <a:cubicBezTo>
                    <a:pt x="1003" y="103"/>
                    <a:pt x="1019" y="115"/>
                    <a:pt x="1029" y="136"/>
                  </a:cubicBezTo>
                  <a:cubicBezTo>
                    <a:pt x="1037" y="152"/>
                    <a:pt x="1041" y="175"/>
                    <a:pt x="1041" y="202"/>
                  </a:cubicBezTo>
                  <a:cubicBezTo>
                    <a:pt x="1041" y="258"/>
                    <a:pt x="1025" y="333"/>
                    <a:pt x="994" y="402"/>
                  </a:cubicBezTo>
                  <a:cubicBezTo>
                    <a:pt x="1026" y="496"/>
                    <a:pt x="1079" y="575"/>
                    <a:pt x="1145" y="575"/>
                  </a:cubicBezTo>
                  <a:cubicBezTo>
                    <a:pt x="1216" y="575"/>
                    <a:pt x="1275" y="491"/>
                    <a:pt x="1312" y="395"/>
                  </a:cubicBezTo>
                  <a:cubicBezTo>
                    <a:pt x="1299" y="335"/>
                    <a:pt x="1293" y="274"/>
                    <a:pt x="1293" y="228"/>
                  </a:cubicBezTo>
                  <a:cubicBezTo>
                    <a:pt x="1293" y="149"/>
                    <a:pt x="1310" y="109"/>
                    <a:pt x="1344" y="109"/>
                  </a:cubicBezTo>
                  <a:cubicBezTo>
                    <a:pt x="1354" y="109"/>
                    <a:pt x="1371" y="113"/>
                    <a:pt x="1381" y="139"/>
                  </a:cubicBezTo>
                  <a:cubicBezTo>
                    <a:pt x="1386" y="152"/>
                    <a:pt x="1389" y="171"/>
                    <a:pt x="1389" y="194"/>
                  </a:cubicBezTo>
                  <a:cubicBezTo>
                    <a:pt x="1389" y="250"/>
                    <a:pt x="1374" y="326"/>
                    <a:pt x="1348" y="398"/>
                  </a:cubicBezTo>
                  <a:cubicBezTo>
                    <a:pt x="1352" y="418"/>
                    <a:pt x="1358" y="438"/>
                    <a:pt x="1364" y="456"/>
                  </a:cubicBezTo>
                  <a:cubicBezTo>
                    <a:pt x="1387" y="529"/>
                    <a:pt x="1418" y="575"/>
                    <a:pt x="1445" y="575"/>
                  </a:cubicBezTo>
                  <a:cubicBezTo>
                    <a:pt x="1487" y="575"/>
                    <a:pt x="1513" y="487"/>
                    <a:pt x="1513" y="345"/>
                  </a:cubicBezTo>
                  <a:cubicBezTo>
                    <a:pt x="1513" y="157"/>
                    <a:pt x="1590" y="69"/>
                    <a:pt x="1642" y="69"/>
                  </a:cubicBezTo>
                  <a:cubicBezTo>
                    <a:pt x="1694" y="69"/>
                    <a:pt x="1718" y="116"/>
                    <a:pt x="1723" y="139"/>
                  </a:cubicBezTo>
                  <a:lnTo>
                    <a:pt x="1688" y="139"/>
                  </a:lnTo>
                  <a:cubicBezTo>
                    <a:pt x="1688" y="137"/>
                    <a:pt x="1680" y="103"/>
                    <a:pt x="1642" y="103"/>
                  </a:cubicBezTo>
                  <a:cubicBezTo>
                    <a:pt x="1615" y="103"/>
                    <a:pt x="1547" y="175"/>
                    <a:pt x="1547" y="345"/>
                  </a:cubicBezTo>
                  <a:cubicBezTo>
                    <a:pt x="1547" y="465"/>
                    <a:pt x="1529" y="609"/>
                    <a:pt x="1445" y="609"/>
                  </a:cubicBezTo>
                  <a:cubicBezTo>
                    <a:pt x="1392" y="609"/>
                    <a:pt x="1352" y="536"/>
                    <a:pt x="1326" y="448"/>
                  </a:cubicBezTo>
                  <a:cubicBezTo>
                    <a:pt x="1284" y="537"/>
                    <a:pt x="1222" y="609"/>
                    <a:pt x="1145" y="609"/>
                  </a:cubicBezTo>
                  <a:cubicBezTo>
                    <a:pt x="1067" y="609"/>
                    <a:pt x="1010" y="535"/>
                    <a:pt x="974" y="444"/>
                  </a:cubicBezTo>
                  <a:cubicBezTo>
                    <a:pt x="926" y="535"/>
                    <a:pt x="852" y="609"/>
                    <a:pt x="760" y="609"/>
                  </a:cubicBezTo>
                  <a:cubicBezTo>
                    <a:pt x="692" y="609"/>
                    <a:pt x="637" y="569"/>
                    <a:pt x="601" y="4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457812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4447800" y="1750680"/>
              <a:ext cx="12600" cy="43200"/>
            </a:xfrm>
            <a:custGeom>
              <a:avLst/>
              <a:gdLst/>
              <a:ahLst/>
              <a:cxnLst/>
              <a:rect l="l" t="t" r="r" b="b"/>
              <a:pathLst>
                <a:path w="35" h="120" extrusionOk="0">
                  <a:moveTo>
                    <a:pt x="0" y="120"/>
                  </a:moveTo>
                  <a:lnTo>
                    <a:pt x="35" y="120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4317840" y="1750680"/>
              <a:ext cx="12240" cy="43200"/>
            </a:xfrm>
            <a:custGeom>
              <a:avLst/>
              <a:gdLst/>
              <a:ahLst/>
              <a:cxnLst/>
              <a:rect l="l" t="t" r="r" b="b"/>
              <a:pathLst>
                <a:path w="34" h="120" extrusionOk="0">
                  <a:moveTo>
                    <a:pt x="0" y="120"/>
                  </a:moveTo>
                  <a:lnTo>
                    <a:pt x="34" y="120"/>
                  </a:lnTo>
                  <a:lnTo>
                    <a:pt x="34" y="0"/>
                  </a:lnTo>
                  <a:lnTo>
                    <a:pt x="0" y="0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4445280" y="2300400"/>
              <a:ext cx="527400" cy="207360"/>
            </a:xfrm>
            <a:custGeom>
              <a:avLst/>
              <a:gdLst/>
              <a:ahLst/>
              <a:cxnLst/>
              <a:rect l="l" t="t" r="r" b="b"/>
              <a:pathLst>
                <a:path w="1465" h="576" extrusionOk="0">
                  <a:moveTo>
                    <a:pt x="1465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1465" y="0"/>
                  </a:lnTo>
                  <a:lnTo>
                    <a:pt x="1465" y="57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4476240" y="2325240"/>
              <a:ext cx="121680" cy="5040"/>
            </a:xfrm>
            <a:custGeom>
              <a:avLst/>
              <a:gdLst/>
              <a:ahLst/>
              <a:cxnLst/>
              <a:rect l="l" t="t" r="r" b="b"/>
              <a:pathLst>
                <a:path w="338" h="14" extrusionOk="0">
                  <a:moveTo>
                    <a:pt x="338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8" y="0"/>
                  </a:lnTo>
                  <a:lnTo>
                    <a:pt x="338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4827240" y="2325240"/>
              <a:ext cx="122040" cy="5040"/>
            </a:xfrm>
            <a:custGeom>
              <a:avLst/>
              <a:gdLst/>
              <a:ahLst/>
              <a:cxnLst/>
              <a:rect l="l" t="t" r="r" b="b"/>
              <a:pathLst>
                <a:path w="339" h="14" extrusionOk="0">
                  <a:moveTo>
                    <a:pt x="339" y="14"/>
                  </a:moveTo>
                  <a:lnTo>
                    <a:pt x="0" y="14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8"/>
            <p:cNvSpPr/>
            <p:nvPr/>
          </p:nvSpPr>
          <p:spPr>
            <a:xfrm>
              <a:off x="4827240" y="2339280"/>
              <a:ext cx="80280" cy="4680"/>
            </a:xfrm>
            <a:custGeom>
              <a:avLst/>
              <a:gdLst/>
              <a:ahLst/>
              <a:cxnLst/>
              <a:rect l="l" t="t" r="r" b="b"/>
              <a:pathLst>
                <a:path w="223" h="13" extrusionOk="0">
                  <a:moveTo>
                    <a:pt x="2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2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4827240" y="235440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4895640" y="2379240"/>
              <a:ext cx="42120" cy="18720"/>
            </a:xfrm>
            <a:custGeom>
              <a:avLst/>
              <a:gdLst/>
              <a:ahLst/>
              <a:cxnLst/>
              <a:rect l="l" t="t" r="r" b="b"/>
              <a:pathLst>
                <a:path w="117" h="52" extrusionOk="0">
                  <a:moveTo>
                    <a:pt x="12" y="52"/>
                  </a:moveTo>
                  <a:lnTo>
                    <a:pt x="105" y="52"/>
                  </a:lnTo>
                  <a:cubicBezTo>
                    <a:pt x="112" y="52"/>
                    <a:pt x="117" y="46"/>
                    <a:pt x="117" y="39"/>
                  </a:cubicBezTo>
                  <a:lnTo>
                    <a:pt x="117" y="13"/>
                  </a:lnTo>
                  <a:cubicBezTo>
                    <a:pt x="117" y="6"/>
                    <a:pt x="112" y="0"/>
                    <a:pt x="105" y="0"/>
                  </a:cubicBezTo>
                  <a:lnTo>
                    <a:pt x="12" y="0"/>
                  </a:lnTo>
                  <a:cubicBezTo>
                    <a:pt x="5" y="0"/>
                    <a:pt x="0" y="6"/>
                    <a:pt x="0" y="13"/>
                  </a:cubicBezTo>
                  <a:lnTo>
                    <a:pt x="0" y="39"/>
                  </a:lnTo>
                  <a:cubicBezTo>
                    <a:pt x="0" y="46"/>
                    <a:pt x="5" y="52"/>
                    <a:pt x="12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4537080" y="2473920"/>
              <a:ext cx="122040" cy="4680"/>
            </a:xfrm>
            <a:custGeom>
              <a:avLst/>
              <a:gdLst/>
              <a:ahLst/>
              <a:cxnLst/>
              <a:rect l="l" t="t" r="r" b="b"/>
              <a:pathLst>
                <a:path w="339" h="13" extrusionOk="0">
                  <a:moveTo>
                    <a:pt x="339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9" y="0"/>
                  </a:lnTo>
                  <a:lnTo>
                    <a:pt x="33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4537080" y="2463840"/>
              <a:ext cx="45360" cy="4680"/>
            </a:xfrm>
            <a:custGeom>
              <a:avLst/>
              <a:gdLst/>
              <a:ahLst/>
              <a:cxnLst/>
              <a:rect l="l" t="t" r="r" b="b"/>
              <a:pathLst>
                <a:path w="126" h="13" extrusionOk="0">
                  <a:moveTo>
                    <a:pt x="126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8"/>
            <p:cNvSpPr/>
            <p:nvPr/>
          </p:nvSpPr>
          <p:spPr>
            <a:xfrm>
              <a:off x="4476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4503240" y="2429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6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6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4476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6" y="65"/>
                  </a:moveTo>
                  <a:lnTo>
                    <a:pt x="19" y="65"/>
                  </a:lnTo>
                  <a:cubicBezTo>
                    <a:pt x="8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8" y="0"/>
                    <a:pt x="19" y="0"/>
                  </a:cubicBezTo>
                  <a:lnTo>
                    <a:pt x="46" y="0"/>
                  </a:lnTo>
                  <a:cubicBezTo>
                    <a:pt x="56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6" y="65"/>
                    <a:pt x="46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4503240" y="2456640"/>
              <a:ext cx="23400" cy="23400"/>
            </a:xfrm>
            <a:custGeom>
              <a:avLst/>
              <a:gdLst/>
              <a:ahLst/>
              <a:cxnLst/>
              <a:rect l="l" t="t" r="r" b="b"/>
              <a:pathLst>
                <a:path w="65" h="65" extrusionOk="0">
                  <a:moveTo>
                    <a:pt x="47" y="65"/>
                  </a:moveTo>
                  <a:lnTo>
                    <a:pt x="19" y="65"/>
                  </a:lnTo>
                  <a:cubicBezTo>
                    <a:pt x="9" y="65"/>
                    <a:pt x="0" y="57"/>
                    <a:pt x="0" y="47"/>
                  </a:cubicBezTo>
                  <a:lnTo>
                    <a:pt x="0" y="19"/>
                  </a:lnTo>
                  <a:cubicBezTo>
                    <a:pt x="0" y="9"/>
                    <a:pt x="9" y="0"/>
                    <a:pt x="19" y="0"/>
                  </a:cubicBezTo>
                  <a:lnTo>
                    <a:pt x="47" y="0"/>
                  </a:lnTo>
                  <a:cubicBezTo>
                    <a:pt x="57" y="0"/>
                    <a:pt x="65" y="9"/>
                    <a:pt x="65" y="19"/>
                  </a:cubicBezTo>
                  <a:lnTo>
                    <a:pt x="65" y="47"/>
                  </a:lnTo>
                  <a:cubicBezTo>
                    <a:pt x="65" y="57"/>
                    <a:pt x="57" y="65"/>
                    <a:pt x="47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960125" y="1379138"/>
            <a:ext cx="4494900" cy="13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Introducción</a:t>
            </a:r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1"/>
          </p:nvPr>
        </p:nvSpPr>
        <p:spPr>
          <a:xfrm>
            <a:off x="960125" y="2701763"/>
            <a:ext cx="44949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SzPts val="1100"/>
            </a:pPr>
            <a:endParaRPr lang="en" sz="15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buSzPts val="1100"/>
              <a:buFont typeface="Arial"/>
              <a:buChar char="•"/>
            </a:pPr>
            <a:r>
              <a:rPr lang="en" err="1"/>
              <a:t>Entrenar</a:t>
            </a:r>
            <a:r>
              <a:rPr lang="en" dirty="0"/>
              <a:t> un </a:t>
            </a:r>
            <a:r>
              <a:rPr lang="en" err="1"/>
              <a:t>agente</a:t>
            </a:r>
            <a:r>
              <a:rPr lang="en" dirty="0"/>
              <a:t> </a:t>
            </a:r>
            <a:r>
              <a:rPr lang="en" err="1"/>
              <a:t>autónomo</a:t>
            </a:r>
            <a:r>
              <a:rPr lang="en" dirty="0"/>
              <a:t> para </a:t>
            </a:r>
            <a:r>
              <a:rPr lang="en" err="1"/>
              <a:t>recoger</a:t>
            </a:r>
            <a:r>
              <a:rPr lang="en" dirty="0"/>
              <a:t> y </a:t>
            </a:r>
            <a:r>
              <a:rPr lang="en" err="1"/>
              <a:t>entregar</a:t>
            </a:r>
            <a:r>
              <a:rPr lang="en" dirty="0"/>
              <a:t> </a:t>
            </a:r>
            <a:r>
              <a:rPr lang="en" err="1"/>
              <a:t>objetos</a:t>
            </a:r>
            <a:r>
              <a:rPr lang="en" dirty="0"/>
              <a:t> </a:t>
            </a:r>
            <a:r>
              <a:rPr lang="en" err="1"/>
              <a:t>en</a:t>
            </a:r>
            <a:r>
              <a:rPr lang="en" dirty="0"/>
              <a:t> un </a:t>
            </a:r>
            <a:r>
              <a:rPr lang="en" err="1"/>
              <a:t>almacén</a:t>
            </a:r>
            <a:r>
              <a:rPr lang="en" dirty="0"/>
              <a:t>.</a:t>
            </a:r>
          </a:p>
          <a:p>
            <a:pPr>
              <a:buSzPts val="1100"/>
              <a:buFont typeface="Arial"/>
              <a:buChar char="•"/>
            </a:pPr>
            <a:r>
              <a:rPr lang="en" dirty="0"/>
              <a:t>Tres </a:t>
            </a:r>
            <a:r>
              <a:rPr lang="en" dirty="0" err="1"/>
              <a:t>entoronos</a:t>
            </a:r>
            <a:r>
              <a:rPr lang="en" dirty="0"/>
              <a:t> con </a:t>
            </a:r>
            <a:r>
              <a:rPr lang="en" dirty="0" err="1"/>
              <a:t>dificultades</a:t>
            </a:r>
            <a:r>
              <a:rPr lang="en" dirty="0"/>
              <a:t> </a:t>
            </a:r>
            <a:r>
              <a:rPr lang="en" dirty="0" err="1"/>
              <a:t>diferentes</a:t>
            </a:r>
            <a:r>
              <a:rPr lang="en" dirty="0"/>
              <a:t>.</a:t>
            </a:r>
          </a:p>
          <a:p>
            <a:pPr>
              <a:buSzPts val="1100"/>
              <a:buFont typeface="Arial"/>
              <a:buChar char="•"/>
            </a:pPr>
            <a:r>
              <a:rPr lang="en" dirty="0"/>
              <a:t>0.25m </a:t>
            </a:r>
          </a:p>
          <a:p>
            <a:pPr>
              <a:buSzPts val="1100"/>
              <a:buFont typeface="Arial"/>
              <a:buChar char="•"/>
            </a:pPr>
            <a:endParaRPr lang="en" dirty="0"/>
          </a:p>
          <a:p>
            <a:pPr marL="285750" indent="-285750">
              <a:buSzPts val="1100"/>
              <a:buFont typeface="Arial"/>
              <a:buChar char="•"/>
            </a:pPr>
            <a:endParaRPr lang="en" dirty="0"/>
          </a:p>
        </p:txBody>
      </p:sp>
      <p:grpSp>
        <p:nvGrpSpPr>
          <p:cNvPr id="331" name="Google Shape;331;p32"/>
          <p:cNvGrpSpPr/>
          <p:nvPr/>
        </p:nvGrpSpPr>
        <p:grpSpPr>
          <a:xfrm>
            <a:off x="5880968" y="1379147"/>
            <a:ext cx="2150478" cy="3358346"/>
            <a:chOff x="6819120" y="3013560"/>
            <a:chExt cx="653760" cy="1020960"/>
          </a:xfrm>
        </p:grpSpPr>
        <p:sp>
          <p:nvSpPr>
            <p:cNvPr id="332" name="Google Shape;332;p32"/>
            <p:cNvSpPr/>
            <p:nvPr/>
          </p:nvSpPr>
          <p:spPr>
            <a:xfrm>
              <a:off x="6893280" y="3013560"/>
              <a:ext cx="505440" cy="497160"/>
            </a:xfrm>
            <a:custGeom>
              <a:avLst/>
              <a:gdLst/>
              <a:ahLst/>
              <a:cxnLst/>
              <a:rect l="l" t="t" r="r" b="b"/>
              <a:pathLst>
                <a:path w="1404" h="1381" extrusionOk="0">
                  <a:moveTo>
                    <a:pt x="1404" y="1381"/>
                  </a:moveTo>
                  <a:lnTo>
                    <a:pt x="0" y="1381"/>
                  </a:lnTo>
                  <a:lnTo>
                    <a:pt x="0" y="0"/>
                  </a:lnTo>
                  <a:lnTo>
                    <a:pt x="1404" y="0"/>
                  </a:lnTo>
                  <a:lnTo>
                    <a:pt x="1404" y="13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6949080" y="3058920"/>
              <a:ext cx="255600" cy="10080"/>
            </a:xfrm>
            <a:custGeom>
              <a:avLst/>
              <a:gdLst/>
              <a:ahLst/>
              <a:cxnLst/>
              <a:rect l="l" t="t" r="r" b="b"/>
              <a:pathLst>
                <a:path w="710" h="28" extrusionOk="0">
                  <a:moveTo>
                    <a:pt x="71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7076880" y="3457440"/>
              <a:ext cx="255600" cy="9720"/>
            </a:xfrm>
            <a:custGeom>
              <a:avLst/>
              <a:gdLst/>
              <a:ahLst/>
              <a:cxnLst/>
              <a:rect l="l" t="t" r="r" b="b"/>
              <a:pathLst>
                <a:path w="710" h="27" extrusionOk="0">
                  <a:moveTo>
                    <a:pt x="710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6949080" y="3088080"/>
              <a:ext cx="167760" cy="9720"/>
            </a:xfrm>
            <a:custGeom>
              <a:avLst/>
              <a:gdLst/>
              <a:ahLst/>
              <a:cxnLst/>
              <a:rect l="l" t="t" r="r" b="b"/>
              <a:pathLst>
                <a:path w="466" h="27" extrusionOk="0">
                  <a:moveTo>
                    <a:pt x="46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66" y="0"/>
                  </a:lnTo>
                  <a:lnTo>
                    <a:pt x="466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6949080" y="312012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7076880" y="343584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7130880" y="3013560"/>
              <a:ext cx="46440" cy="202320"/>
            </a:xfrm>
            <a:custGeom>
              <a:avLst/>
              <a:gdLst/>
              <a:ahLst/>
              <a:cxnLst/>
              <a:rect l="l" t="t" r="r" b="b"/>
              <a:pathLst>
                <a:path w="129" h="562" extrusionOk="0">
                  <a:moveTo>
                    <a:pt x="99" y="555"/>
                  </a:moveTo>
                  <a:lnTo>
                    <a:pt x="99" y="555"/>
                  </a:lnTo>
                  <a:cubicBezTo>
                    <a:pt x="96" y="554"/>
                    <a:pt x="93" y="554"/>
                    <a:pt x="90" y="555"/>
                  </a:cubicBezTo>
                  <a:lnTo>
                    <a:pt x="59" y="561"/>
                  </a:lnTo>
                  <a:cubicBezTo>
                    <a:pt x="56" y="562"/>
                    <a:pt x="53" y="562"/>
                    <a:pt x="50" y="561"/>
                  </a:cubicBezTo>
                  <a:lnTo>
                    <a:pt x="25" y="558"/>
                  </a:lnTo>
                  <a:cubicBezTo>
                    <a:pt x="23" y="558"/>
                    <a:pt x="20" y="558"/>
                    <a:pt x="17" y="559"/>
                  </a:cubicBezTo>
                  <a:lnTo>
                    <a:pt x="0" y="5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529"/>
                  </a:lnTo>
                  <a:cubicBezTo>
                    <a:pt x="129" y="545"/>
                    <a:pt x="115" y="557"/>
                    <a:pt x="99" y="5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7299720" y="3196080"/>
              <a:ext cx="88920" cy="38880"/>
            </a:xfrm>
            <a:custGeom>
              <a:avLst/>
              <a:gdLst/>
              <a:ahLst/>
              <a:cxnLst/>
              <a:rect l="l" t="t" r="r" b="b"/>
              <a:pathLst>
                <a:path w="247" h="108" extrusionOk="0">
                  <a:moveTo>
                    <a:pt x="26" y="108"/>
                  </a:moveTo>
                  <a:lnTo>
                    <a:pt x="221" y="108"/>
                  </a:lnTo>
                  <a:cubicBezTo>
                    <a:pt x="235" y="108"/>
                    <a:pt x="247" y="96"/>
                    <a:pt x="247" y="82"/>
                  </a:cubicBezTo>
                  <a:lnTo>
                    <a:pt x="247" y="26"/>
                  </a:lnTo>
                  <a:cubicBezTo>
                    <a:pt x="247" y="12"/>
                    <a:pt x="235" y="0"/>
                    <a:pt x="221" y="0"/>
                  </a:cubicBezTo>
                  <a:lnTo>
                    <a:pt x="26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82"/>
                  </a:lnTo>
                  <a:cubicBezTo>
                    <a:pt x="0" y="96"/>
                    <a:pt x="12" y="108"/>
                    <a:pt x="26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2"/>
            <p:cNvSpPr/>
            <p:nvPr/>
          </p:nvSpPr>
          <p:spPr>
            <a:xfrm>
              <a:off x="6949080" y="3364560"/>
              <a:ext cx="48960" cy="48960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96" y="136"/>
                  </a:moveTo>
                  <a:lnTo>
                    <a:pt x="39" y="136"/>
                  </a:lnTo>
                  <a:cubicBezTo>
                    <a:pt x="17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7"/>
                    <a:pt x="136" y="39"/>
                  </a:cubicBezTo>
                  <a:lnTo>
                    <a:pt x="136" y="96"/>
                  </a:lnTo>
                  <a:cubicBezTo>
                    <a:pt x="136" y="118"/>
                    <a:pt x="118" y="136"/>
                    <a:pt x="96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2"/>
            <p:cNvSpPr/>
            <p:nvPr/>
          </p:nvSpPr>
          <p:spPr>
            <a:xfrm>
              <a:off x="7005960" y="3364560"/>
              <a:ext cx="49320" cy="48960"/>
            </a:xfrm>
            <a:custGeom>
              <a:avLst/>
              <a:gdLst/>
              <a:ahLst/>
              <a:cxnLst/>
              <a:rect l="l" t="t" r="r" b="b"/>
              <a:pathLst>
                <a:path w="137" h="136" extrusionOk="0">
                  <a:moveTo>
                    <a:pt x="97" y="136"/>
                  </a:moveTo>
                  <a:lnTo>
                    <a:pt x="40" y="136"/>
                  </a:lnTo>
                  <a:cubicBezTo>
                    <a:pt x="18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7"/>
                    <a:pt x="137" y="39"/>
                  </a:cubicBezTo>
                  <a:lnTo>
                    <a:pt x="137" y="96"/>
                  </a:lnTo>
                  <a:cubicBezTo>
                    <a:pt x="137" y="118"/>
                    <a:pt x="119" y="136"/>
                    <a:pt x="97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6949080" y="3421080"/>
              <a:ext cx="48960" cy="49320"/>
            </a:xfrm>
            <a:custGeom>
              <a:avLst/>
              <a:gdLst/>
              <a:ahLst/>
              <a:cxnLst/>
              <a:rect l="l" t="t" r="r" b="b"/>
              <a:pathLst>
                <a:path w="136" h="137" extrusionOk="0">
                  <a:moveTo>
                    <a:pt x="96" y="137"/>
                  </a:moveTo>
                  <a:lnTo>
                    <a:pt x="39" y="137"/>
                  </a:lnTo>
                  <a:cubicBezTo>
                    <a:pt x="17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8"/>
                    <a:pt x="136" y="40"/>
                  </a:cubicBezTo>
                  <a:lnTo>
                    <a:pt x="136" y="97"/>
                  </a:lnTo>
                  <a:cubicBezTo>
                    <a:pt x="136" y="119"/>
                    <a:pt x="118" y="137"/>
                    <a:pt x="96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>
              <a:off x="7005960" y="3421080"/>
              <a:ext cx="49320" cy="49320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97" y="137"/>
                  </a:moveTo>
                  <a:lnTo>
                    <a:pt x="40" y="137"/>
                  </a:lnTo>
                  <a:cubicBezTo>
                    <a:pt x="18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8"/>
                    <a:pt x="137" y="40"/>
                  </a:cubicBezTo>
                  <a:lnTo>
                    <a:pt x="137" y="97"/>
                  </a:lnTo>
                  <a:cubicBezTo>
                    <a:pt x="137" y="119"/>
                    <a:pt x="119" y="137"/>
                    <a:pt x="97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>
              <a:off x="684756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5" y="308"/>
                  </a:moveTo>
                  <a:lnTo>
                    <a:pt x="65" y="308"/>
                  </a:lnTo>
                  <a:cubicBezTo>
                    <a:pt x="29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29" y="0"/>
                    <a:pt x="65" y="0"/>
                  </a:cubicBezTo>
                  <a:cubicBezTo>
                    <a:pt x="101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1" y="308"/>
                    <a:pt x="65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739728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6" y="308"/>
                  </a:moveTo>
                  <a:lnTo>
                    <a:pt x="66" y="308"/>
                  </a:lnTo>
                  <a:cubicBezTo>
                    <a:pt x="30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30" y="0"/>
                    <a:pt x="66" y="0"/>
                  </a:cubicBezTo>
                  <a:cubicBezTo>
                    <a:pt x="102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2" y="308"/>
                    <a:pt x="66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>
              <a:off x="6819120" y="3690000"/>
              <a:ext cx="653760" cy="279360"/>
            </a:xfrm>
            <a:custGeom>
              <a:avLst/>
              <a:gdLst/>
              <a:ahLst/>
              <a:cxnLst/>
              <a:rect l="l" t="t" r="r" b="b"/>
              <a:pathLst>
                <a:path w="1816" h="776" extrusionOk="0">
                  <a:moveTo>
                    <a:pt x="1751" y="776"/>
                  </a:moveTo>
                  <a:lnTo>
                    <a:pt x="65" y="776"/>
                  </a:lnTo>
                  <a:cubicBezTo>
                    <a:pt x="29" y="776"/>
                    <a:pt x="0" y="747"/>
                    <a:pt x="0" y="711"/>
                  </a:cubicBezTo>
                  <a:lnTo>
                    <a:pt x="0" y="0"/>
                  </a:lnTo>
                  <a:lnTo>
                    <a:pt x="1816" y="0"/>
                  </a:lnTo>
                  <a:lnTo>
                    <a:pt x="1816" y="711"/>
                  </a:lnTo>
                  <a:cubicBezTo>
                    <a:pt x="1816" y="747"/>
                    <a:pt x="1787" y="776"/>
                    <a:pt x="1751" y="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>
              <a:off x="6819120" y="3627720"/>
              <a:ext cx="653760" cy="62280"/>
            </a:xfrm>
            <a:custGeom>
              <a:avLst/>
              <a:gdLst/>
              <a:ahLst/>
              <a:cxnLst/>
              <a:rect l="l" t="t" r="r" b="b"/>
              <a:pathLst>
                <a:path w="1816" h="173" extrusionOk="0">
                  <a:moveTo>
                    <a:pt x="1816" y="173"/>
                  </a:moveTo>
                  <a:lnTo>
                    <a:pt x="0" y="173"/>
                  </a:lnTo>
                  <a:lnTo>
                    <a:pt x="0" y="56"/>
                  </a:lnTo>
                  <a:cubicBezTo>
                    <a:pt x="0" y="25"/>
                    <a:pt x="26" y="0"/>
                    <a:pt x="57" y="0"/>
                  </a:cubicBezTo>
                  <a:lnTo>
                    <a:pt x="1759" y="0"/>
                  </a:lnTo>
                  <a:cubicBezTo>
                    <a:pt x="1790" y="0"/>
                    <a:pt x="1816" y="25"/>
                    <a:pt x="1816" y="56"/>
                  </a:cubicBezTo>
                  <a:lnTo>
                    <a:pt x="1816" y="1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6836400" y="3565080"/>
              <a:ext cx="617400" cy="62640"/>
            </a:xfrm>
            <a:custGeom>
              <a:avLst/>
              <a:gdLst/>
              <a:ahLst/>
              <a:cxnLst/>
              <a:rect l="l" t="t" r="r" b="b"/>
              <a:pathLst>
                <a:path w="1715" h="174" extrusionOk="0">
                  <a:moveTo>
                    <a:pt x="1715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1715" y="0"/>
                  </a:lnTo>
                  <a:lnTo>
                    <a:pt x="1715" y="1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>
              <a:off x="6819120" y="3502440"/>
              <a:ext cx="653760" cy="62640"/>
            </a:xfrm>
            <a:custGeom>
              <a:avLst/>
              <a:gdLst/>
              <a:ahLst/>
              <a:cxnLst/>
              <a:rect l="l" t="t" r="r" b="b"/>
              <a:pathLst>
                <a:path w="1816" h="174" extrusionOk="0">
                  <a:moveTo>
                    <a:pt x="1761" y="174"/>
                  </a:moveTo>
                  <a:lnTo>
                    <a:pt x="54" y="174"/>
                  </a:lnTo>
                  <a:cubicBezTo>
                    <a:pt x="25" y="174"/>
                    <a:pt x="0" y="150"/>
                    <a:pt x="0" y="120"/>
                  </a:cubicBezTo>
                  <a:lnTo>
                    <a:pt x="0" y="54"/>
                  </a:lnTo>
                  <a:cubicBezTo>
                    <a:pt x="0" y="24"/>
                    <a:pt x="25" y="0"/>
                    <a:pt x="54" y="0"/>
                  </a:cubicBezTo>
                  <a:lnTo>
                    <a:pt x="1761" y="0"/>
                  </a:lnTo>
                  <a:cubicBezTo>
                    <a:pt x="1791" y="0"/>
                    <a:pt x="1816" y="24"/>
                    <a:pt x="1816" y="54"/>
                  </a:cubicBezTo>
                  <a:lnTo>
                    <a:pt x="1816" y="120"/>
                  </a:lnTo>
                  <a:cubicBezTo>
                    <a:pt x="1816" y="150"/>
                    <a:pt x="1791" y="174"/>
                    <a:pt x="176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575" y="262"/>
                  </a:moveTo>
                  <a:lnTo>
                    <a:pt x="0" y="262"/>
                  </a:lnTo>
                  <a:lnTo>
                    <a:pt x="0" y="0"/>
                  </a:lnTo>
                  <a:lnTo>
                    <a:pt x="575" y="0"/>
                  </a:lnTo>
                  <a:lnTo>
                    <a:pt x="575" y="2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7071840" y="3768120"/>
              <a:ext cx="150120" cy="61200"/>
            </a:xfrm>
            <a:custGeom>
              <a:avLst/>
              <a:gdLst/>
              <a:ahLst/>
              <a:cxnLst/>
              <a:rect l="l" t="t" r="r" b="b"/>
              <a:pathLst>
                <a:path w="417" h="170" extrusionOk="0">
                  <a:moveTo>
                    <a:pt x="417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>
              <a:off x="7071840" y="3565080"/>
              <a:ext cx="150120" cy="62640"/>
            </a:xfrm>
            <a:custGeom>
              <a:avLst/>
              <a:gdLst/>
              <a:ahLst/>
              <a:cxnLst/>
              <a:rect l="l" t="t" r="r" b="b"/>
              <a:pathLst>
                <a:path w="417" h="174" extrusionOk="0">
                  <a:moveTo>
                    <a:pt x="417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>
              <a:off x="7124400" y="3573720"/>
              <a:ext cx="45000" cy="45000"/>
            </a:xfrm>
            <a:custGeom>
              <a:avLst/>
              <a:gdLst/>
              <a:ahLst/>
              <a:cxnLst/>
              <a:rect l="l" t="t" r="r" b="b"/>
              <a:pathLst>
                <a:path w="125" h="125" extrusionOk="0">
                  <a:moveTo>
                    <a:pt x="125" y="63"/>
                  </a:moveTo>
                  <a:cubicBezTo>
                    <a:pt x="125" y="97"/>
                    <a:pt x="97" y="125"/>
                    <a:pt x="63" y="125"/>
                  </a:cubicBezTo>
                  <a:cubicBezTo>
                    <a:pt x="28" y="125"/>
                    <a:pt x="0" y="97"/>
                    <a:pt x="0" y="63"/>
                  </a:cubicBez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>
              <a:off x="6836400" y="3565080"/>
              <a:ext cx="617400" cy="31320"/>
            </a:xfrm>
            <a:custGeom>
              <a:avLst/>
              <a:gdLst/>
              <a:ahLst/>
              <a:cxnLst/>
              <a:rect l="l" t="t" r="r" b="b"/>
              <a:pathLst>
                <a:path w="1715" h="87" extrusionOk="0">
                  <a:moveTo>
                    <a:pt x="1713" y="0"/>
                  </a:moveTo>
                  <a:lnTo>
                    <a:pt x="1715" y="24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>
              <a:off x="7116480" y="3777840"/>
              <a:ext cx="88560" cy="39960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46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246" y="0"/>
                  </a:lnTo>
                  <a:lnTo>
                    <a:pt x="246" y="1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>
              <a:off x="6819120" y="3690000"/>
              <a:ext cx="653760" cy="31320"/>
            </a:xfrm>
            <a:custGeom>
              <a:avLst/>
              <a:gdLst/>
              <a:ahLst/>
              <a:cxnLst/>
              <a:rect l="l" t="t" r="r" b="b"/>
              <a:pathLst>
                <a:path w="1816" h="87" extrusionOk="0">
                  <a:moveTo>
                    <a:pt x="1815" y="0"/>
                  </a:moveTo>
                  <a:lnTo>
                    <a:pt x="1816" y="32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0" y="0"/>
                  </a:moveTo>
                  <a:lnTo>
                    <a:pt x="575" y="262"/>
                  </a:lnTo>
                  <a:lnTo>
                    <a:pt x="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>
              <a:off x="7137360" y="358668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>
              <a:off x="7086960" y="379872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Sarsa + Tile Coding</a:t>
            </a:r>
          </a:p>
        </p:txBody>
      </p:sp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300764" y="3907016"/>
            <a:ext cx="3656304" cy="3855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1400" err="1"/>
              <a:t>Limitación</a:t>
            </a:r>
            <a:r>
              <a:rPr lang="en" sz="1400" dirty="0"/>
              <a:t> clave</a:t>
            </a:r>
            <a:r>
              <a:rPr lang="en" sz="1400" dirty="0">
                <a:solidFill>
                  <a:srgbClr val="3B3A3A"/>
                </a:solidFill>
              </a:rPr>
              <a:t> </a:t>
            </a:r>
            <a:r>
              <a:rPr lang="en" sz="1400" b="0" dirty="0">
                <a:solidFill>
                  <a:srgbClr val="040C28"/>
                </a:solidFill>
              </a:rPr>
              <a:t>→ </a:t>
            </a:r>
            <a:r>
              <a:rPr lang="en" sz="1400" err="1"/>
              <a:t>escalabilidad</a:t>
            </a:r>
            <a:br>
              <a:rPr lang="en" sz="1400" dirty="0"/>
            </a:br>
            <a:r>
              <a:rPr lang="en" sz="1100" dirty="0"/>
              <a:t>100.00 </a:t>
            </a:r>
            <a:r>
              <a:rPr lang="en" sz="1100" err="1"/>
              <a:t>millones</a:t>
            </a:r>
            <a:r>
              <a:rPr lang="en" sz="1100" dirty="0"/>
              <a:t> de tiles</a:t>
            </a:r>
            <a:endParaRPr lang="es-ES" sz="1100" dirty="0"/>
          </a:p>
        </p:txBody>
      </p:sp>
      <p:sp>
        <p:nvSpPr>
          <p:cNvPr id="394" name="Google Shape;394;p35"/>
          <p:cNvSpPr txBox="1">
            <a:spLocks noGrp="1"/>
          </p:cNvSpPr>
          <p:nvPr>
            <p:ph type="title" idx="2"/>
          </p:nvPr>
        </p:nvSpPr>
        <p:spPr>
          <a:xfrm>
            <a:off x="3234375" y="2551051"/>
            <a:ext cx="1610225" cy="2534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1400" dirty="0"/>
              <a:t>Bueno para </a:t>
            </a:r>
            <a:r>
              <a:rPr lang="en" sz="1400" dirty="0" err="1"/>
              <a:t>navegación</a:t>
            </a:r>
            <a:r>
              <a:rPr lang="en" sz="1400" dirty="0"/>
              <a:t> simple</a:t>
            </a:r>
          </a:p>
        </p:txBody>
      </p:sp>
      <p:sp>
        <p:nvSpPr>
          <p:cNvPr id="395" name="Google Shape;395;p35"/>
          <p:cNvSpPr txBox="1">
            <a:spLocks noGrp="1"/>
          </p:cNvSpPr>
          <p:nvPr>
            <p:ph type="title" idx="4"/>
          </p:nvPr>
        </p:nvSpPr>
        <p:spPr>
          <a:xfrm>
            <a:off x="719866" y="1507793"/>
            <a:ext cx="1804320" cy="4609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1400" err="1"/>
              <a:t>Discretizacion</a:t>
            </a:r>
            <a:r>
              <a:rPr lang="en" sz="1400" dirty="0"/>
              <a:t> del </a:t>
            </a:r>
            <a:r>
              <a:rPr lang="en" sz="1400" err="1"/>
              <a:t>espacio</a:t>
            </a:r>
            <a:endParaRPr lang="en" sz="1400"/>
          </a:p>
        </p:txBody>
      </p:sp>
      <p:pic>
        <p:nvPicPr>
          <p:cNvPr id="2" name="Imagen 1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718B139E-B278-A14D-6BAC-66E41666A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634" y="1447618"/>
            <a:ext cx="3244735" cy="2458530"/>
          </a:xfrm>
          <a:prstGeom prst="rect">
            <a:avLst/>
          </a:prstGeom>
        </p:spPr>
      </p:pic>
      <p:grpSp>
        <p:nvGrpSpPr>
          <p:cNvPr id="20" name="Google Shape;7277;p56">
            <a:extLst>
              <a:ext uri="{FF2B5EF4-FFF2-40B4-BE49-F238E27FC236}">
                <a16:creationId xmlns:a16="http://schemas.microsoft.com/office/drawing/2014/main" id="{A07AAFCD-3005-94AE-14D7-3F9C5E4A443D}"/>
              </a:ext>
            </a:extLst>
          </p:cNvPr>
          <p:cNvGrpSpPr/>
          <p:nvPr/>
        </p:nvGrpSpPr>
        <p:grpSpPr>
          <a:xfrm>
            <a:off x="580157" y="1902520"/>
            <a:ext cx="2717649" cy="1873683"/>
            <a:chOff x="4967783" y="2151471"/>
            <a:chExt cx="3920691" cy="2702940"/>
          </a:xfrm>
        </p:grpSpPr>
        <p:grpSp>
          <p:nvGrpSpPr>
            <p:cNvPr id="6" name="Google Shape;7278;p56">
              <a:extLst>
                <a:ext uri="{FF2B5EF4-FFF2-40B4-BE49-F238E27FC236}">
                  <a16:creationId xmlns:a16="http://schemas.microsoft.com/office/drawing/2014/main" id="{7AE6E2A3-625D-F9D8-A0FB-7870E475DDB1}"/>
                </a:ext>
              </a:extLst>
            </p:cNvPr>
            <p:cNvGrpSpPr/>
            <p:nvPr/>
          </p:nvGrpSpPr>
          <p:grpSpPr>
            <a:xfrm>
              <a:off x="5045709" y="2252109"/>
              <a:ext cx="3761071" cy="2501708"/>
              <a:chOff x="2691784" y="1805334"/>
              <a:chExt cx="3761071" cy="2501708"/>
            </a:xfrm>
          </p:grpSpPr>
          <p:sp>
            <p:nvSpPr>
              <p:cNvPr id="13" name="Google Shape;7279;p56">
                <a:extLst>
                  <a:ext uri="{FF2B5EF4-FFF2-40B4-BE49-F238E27FC236}">
                    <a16:creationId xmlns:a16="http://schemas.microsoft.com/office/drawing/2014/main" id="{0D03AFC8-8023-0F0F-F163-0EB869AD0AB7}"/>
                  </a:ext>
                </a:extLst>
              </p:cNvPr>
              <p:cNvSpPr/>
              <p:nvPr/>
            </p:nvSpPr>
            <p:spPr>
              <a:xfrm>
                <a:off x="4306153" y="4266675"/>
                <a:ext cx="932050" cy="40353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7280;p56">
                <a:extLst>
                  <a:ext uri="{FF2B5EF4-FFF2-40B4-BE49-F238E27FC236}">
                    <a16:creationId xmlns:a16="http://schemas.microsoft.com/office/drawing/2014/main" id="{5EA8D093-4BB3-2DEF-6A61-0FC70BEABE8E}"/>
                  </a:ext>
                </a:extLst>
              </p:cNvPr>
              <p:cNvSpPr/>
              <p:nvPr/>
            </p:nvSpPr>
            <p:spPr>
              <a:xfrm>
                <a:off x="2691784" y="3762285"/>
                <a:ext cx="1916675" cy="544757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281;p56">
                <a:extLst>
                  <a:ext uri="{FF2B5EF4-FFF2-40B4-BE49-F238E27FC236}">
                    <a16:creationId xmlns:a16="http://schemas.microsoft.com/office/drawing/2014/main" id="{52463ACB-1B32-245C-0D60-7C6F9AFCA29A}"/>
                  </a:ext>
                </a:extLst>
              </p:cNvPr>
              <p:cNvSpPr/>
              <p:nvPr/>
            </p:nvSpPr>
            <p:spPr>
              <a:xfrm>
                <a:off x="2695021" y="3035999"/>
                <a:ext cx="754960" cy="529407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7282;p56">
                <a:extLst>
                  <a:ext uri="{FF2B5EF4-FFF2-40B4-BE49-F238E27FC236}">
                    <a16:creationId xmlns:a16="http://schemas.microsoft.com/office/drawing/2014/main" id="{B2C21CD7-F34E-6835-153A-338396400D4B}"/>
                  </a:ext>
                </a:extLst>
              </p:cNvPr>
              <p:cNvSpPr/>
              <p:nvPr/>
            </p:nvSpPr>
            <p:spPr>
              <a:xfrm>
                <a:off x="3661791" y="2531620"/>
                <a:ext cx="2791064" cy="544757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283;p56">
                <a:extLst>
                  <a:ext uri="{FF2B5EF4-FFF2-40B4-BE49-F238E27FC236}">
                    <a16:creationId xmlns:a16="http://schemas.microsoft.com/office/drawing/2014/main" id="{E4687578-0B0F-7AF7-9FC1-9CB7A1FEACF2}"/>
                  </a:ext>
                </a:extLst>
              </p:cNvPr>
              <p:cNvSpPr/>
              <p:nvPr/>
            </p:nvSpPr>
            <p:spPr>
              <a:xfrm>
                <a:off x="5153124" y="1805334"/>
                <a:ext cx="1294451" cy="512461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284;p56">
                <a:extLst>
                  <a:ext uri="{FF2B5EF4-FFF2-40B4-BE49-F238E27FC236}">
                    <a16:creationId xmlns:a16="http://schemas.microsoft.com/office/drawing/2014/main" id="{E32F485D-A1BB-B9F6-52C9-300FA2B9EB14}"/>
                  </a:ext>
                </a:extLst>
              </p:cNvPr>
              <p:cNvSpPr/>
              <p:nvPr/>
            </p:nvSpPr>
            <p:spPr>
              <a:xfrm>
                <a:off x="2785807" y="1805334"/>
                <a:ext cx="2143839" cy="40367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285;p56">
                <a:extLst>
                  <a:ext uri="{FF2B5EF4-FFF2-40B4-BE49-F238E27FC236}">
                    <a16:creationId xmlns:a16="http://schemas.microsoft.com/office/drawing/2014/main" id="{335B63AF-8867-658E-29FB-23FB06345C7F}"/>
                  </a:ext>
                </a:extLst>
              </p:cNvPr>
              <p:cNvSpPr/>
              <p:nvPr/>
            </p:nvSpPr>
            <p:spPr>
              <a:xfrm>
                <a:off x="5447728" y="4266675"/>
                <a:ext cx="932050" cy="40353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7286;p56">
              <a:extLst>
                <a:ext uri="{FF2B5EF4-FFF2-40B4-BE49-F238E27FC236}">
                  <a16:creationId xmlns:a16="http://schemas.microsoft.com/office/drawing/2014/main" id="{655E8249-AFA6-F42E-8EB3-AF56AC4AFB7E}"/>
                </a:ext>
              </a:extLst>
            </p:cNvPr>
            <p:cNvGrpSpPr/>
            <p:nvPr/>
          </p:nvGrpSpPr>
          <p:grpSpPr>
            <a:xfrm>
              <a:off x="4967783" y="2151471"/>
              <a:ext cx="3920691" cy="2702940"/>
              <a:chOff x="2613858" y="1704696"/>
              <a:chExt cx="3920691" cy="2702940"/>
            </a:xfrm>
          </p:grpSpPr>
          <p:sp>
            <p:nvSpPr>
              <p:cNvPr id="8" name="Google Shape;7287;p56">
                <a:extLst>
                  <a:ext uri="{FF2B5EF4-FFF2-40B4-BE49-F238E27FC236}">
                    <a16:creationId xmlns:a16="http://schemas.microsoft.com/office/drawing/2014/main" id="{71D2724D-1F44-F5ED-B427-ADF0AEBCDA87}"/>
                  </a:ext>
                </a:extLst>
              </p:cNvPr>
              <p:cNvSpPr/>
              <p:nvPr/>
            </p:nvSpPr>
            <p:spPr>
              <a:xfrm rot="5400000">
                <a:off x="4924676" y="1720789"/>
                <a:ext cx="241614" cy="209428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288;p56">
                <a:extLst>
                  <a:ext uri="{FF2B5EF4-FFF2-40B4-BE49-F238E27FC236}">
                    <a16:creationId xmlns:a16="http://schemas.microsoft.com/office/drawing/2014/main" id="{9E7602E8-0EB2-EB31-6A1B-105D68341BA6}"/>
                  </a:ext>
                </a:extLst>
              </p:cNvPr>
              <p:cNvSpPr/>
              <p:nvPr/>
            </p:nvSpPr>
            <p:spPr>
              <a:xfrm rot="5400000">
                <a:off x="6309028" y="2311963"/>
                <a:ext cx="241614" cy="209428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289;p56">
                <a:extLst>
                  <a:ext uri="{FF2B5EF4-FFF2-40B4-BE49-F238E27FC236}">
                    <a16:creationId xmlns:a16="http://schemas.microsoft.com/office/drawing/2014/main" id="{988CAB76-B0A9-F50F-5036-AE1695B3B5FC}"/>
                  </a:ext>
                </a:extLst>
              </p:cNvPr>
              <p:cNvSpPr/>
              <p:nvPr/>
            </p:nvSpPr>
            <p:spPr>
              <a:xfrm rot="5400000">
                <a:off x="5222154" y="4182115"/>
                <a:ext cx="241614" cy="209428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290;p56">
                <a:extLst>
                  <a:ext uri="{FF2B5EF4-FFF2-40B4-BE49-F238E27FC236}">
                    <a16:creationId xmlns:a16="http://schemas.microsoft.com/office/drawing/2014/main" id="{8441A12C-DEB9-9523-E241-7CC5FC27BC6C}"/>
                  </a:ext>
                </a:extLst>
              </p:cNvPr>
              <p:cNvSpPr/>
              <p:nvPr/>
            </p:nvSpPr>
            <p:spPr>
              <a:xfrm rot="5400000">
                <a:off x="2597765" y="3554395"/>
                <a:ext cx="241614" cy="209428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7291;p56">
                <a:extLst>
                  <a:ext uri="{FF2B5EF4-FFF2-40B4-BE49-F238E27FC236}">
                    <a16:creationId xmlns:a16="http://schemas.microsoft.com/office/drawing/2014/main" id="{71D8150E-E838-38C7-1F7B-54A5E0F91FD3}"/>
                  </a:ext>
                </a:extLst>
              </p:cNvPr>
              <p:cNvSpPr/>
              <p:nvPr/>
            </p:nvSpPr>
            <p:spPr>
              <a:xfrm rot="5400000">
                <a:off x="3433899" y="2945028"/>
                <a:ext cx="241614" cy="209428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" name="Subtítulo 23">
            <a:extLst>
              <a:ext uri="{FF2B5EF4-FFF2-40B4-BE49-F238E27FC236}">
                <a16:creationId xmlns:a16="http://schemas.microsoft.com/office/drawing/2014/main" id="{BBE6819D-76DE-7BE1-E23B-D868632A6A1A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5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De SARSA a DQN/Double DQN</a:t>
            </a:r>
          </a:p>
        </p:txBody>
      </p:sp>
      <p:sp>
        <p:nvSpPr>
          <p:cNvPr id="730" name="Google Shape;730;p45"/>
          <p:cNvSpPr txBox="1">
            <a:spLocks noGrp="1"/>
          </p:cNvSpPr>
          <p:nvPr>
            <p:ph type="title"/>
          </p:nvPr>
        </p:nvSpPr>
        <p:spPr>
          <a:xfrm>
            <a:off x="6111094" y="1939278"/>
            <a:ext cx="2059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Double DQN</a:t>
            </a:r>
          </a:p>
        </p:txBody>
      </p:sp>
      <p:sp>
        <p:nvSpPr>
          <p:cNvPr id="731" name="Google Shape;731;p45"/>
          <p:cNvSpPr txBox="1">
            <a:spLocks noGrp="1"/>
          </p:cNvSpPr>
          <p:nvPr>
            <p:ph type="title" idx="2"/>
          </p:nvPr>
        </p:nvSpPr>
        <p:spPr>
          <a:xfrm>
            <a:off x="3644837" y="1936401"/>
            <a:ext cx="2059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DQN</a:t>
            </a:r>
          </a:p>
        </p:txBody>
      </p:sp>
      <p:sp>
        <p:nvSpPr>
          <p:cNvPr id="732" name="Google Shape;732;p45"/>
          <p:cNvSpPr txBox="1">
            <a:spLocks noGrp="1"/>
          </p:cNvSpPr>
          <p:nvPr>
            <p:ph type="subTitle" idx="1"/>
          </p:nvPr>
        </p:nvSpPr>
        <p:spPr>
          <a:xfrm>
            <a:off x="1157017" y="2570784"/>
            <a:ext cx="2261381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SzPts val="1100"/>
              <a:buFont typeface="Arial"/>
              <a:buChar char="•"/>
            </a:pPr>
            <a:r>
              <a:rPr lang="en" dirty="0"/>
              <a:t>Estado continuo y de </a:t>
            </a:r>
            <a:r>
              <a:rPr lang="en" err="1"/>
              <a:t>alta</a:t>
            </a:r>
            <a:r>
              <a:rPr lang="en" dirty="0"/>
              <a:t> </a:t>
            </a:r>
            <a:r>
              <a:rPr lang="en" err="1"/>
              <a:t>dimensión</a:t>
            </a:r>
            <a:endParaRPr lang="es-ES" err="1"/>
          </a:p>
          <a:p>
            <a:pPr marL="171450" indent="-171450" algn="l">
              <a:buSzPts val="1100"/>
              <a:buFont typeface="Arial"/>
              <a:buChar char="•"/>
            </a:pPr>
            <a:r>
              <a:rPr lang="en" err="1"/>
              <a:t>Tabla</a:t>
            </a:r>
            <a:r>
              <a:rPr lang="en"/>
              <a:t> Q </a:t>
            </a:r>
            <a:r>
              <a:rPr lang="en" err="1"/>
              <a:t>exponencialmente</a:t>
            </a:r>
            <a:r>
              <a:rPr lang="en"/>
              <a:t> grande</a:t>
            </a:r>
            <a:endParaRPr lang="en" dirty="0"/>
          </a:p>
        </p:txBody>
      </p:sp>
      <p:sp>
        <p:nvSpPr>
          <p:cNvPr id="733" name="Google Shape;733;p45"/>
          <p:cNvSpPr txBox="1">
            <a:spLocks noGrp="1"/>
          </p:cNvSpPr>
          <p:nvPr>
            <p:ph type="subTitle" idx="3"/>
          </p:nvPr>
        </p:nvSpPr>
        <p:spPr>
          <a:xfrm>
            <a:off x="3644831" y="2530527"/>
            <a:ext cx="20592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Char char="•"/>
            </a:pPr>
            <a:r>
              <a:rPr lang="en" dirty="0" err="1">
                <a:solidFill>
                  <a:schemeClr val="tx1"/>
                </a:solidFill>
              </a:rPr>
              <a:t>Acciones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discretas</a:t>
            </a:r>
            <a:r>
              <a:rPr lang="en" dirty="0">
                <a:solidFill>
                  <a:schemeClr val="tx1"/>
                </a:solidFill>
              </a:rPr>
              <a:t> → perfecto.</a:t>
            </a:r>
            <a:endParaRPr lang="es-ES" dirty="0">
              <a:solidFill>
                <a:schemeClr val="tx1"/>
              </a:solidFill>
            </a:endParaRPr>
          </a:p>
          <a:p>
            <a:pPr marL="285750" indent="-285750" algn="l">
              <a:buChar char="•"/>
            </a:pP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" dirty="0" err="1">
                <a:solidFill>
                  <a:schemeClr val="tx1"/>
                </a:solidFill>
              </a:rPr>
              <a:t>Aproximar</a:t>
            </a:r>
            <a:r>
              <a:rPr lang="en" dirty="0">
                <a:solidFill>
                  <a:schemeClr val="tx1"/>
                </a:solidFill>
              </a:rPr>
              <a:t> Q(</a:t>
            </a:r>
            <a:r>
              <a:rPr lang="en" dirty="0" err="1">
                <a:solidFill>
                  <a:schemeClr val="tx1"/>
                </a:solidFill>
              </a:rPr>
              <a:t>s,a</a:t>
            </a:r>
            <a:r>
              <a:rPr lang="en" dirty="0">
                <a:solidFill>
                  <a:schemeClr val="tx1"/>
                </a:solidFill>
              </a:rPr>
              <a:t>).</a:t>
            </a:r>
          </a:p>
          <a:p>
            <a:pPr marL="285750" indent="-285750" algn="l">
              <a:buChar char="•"/>
            </a:pPr>
            <a:r>
              <a:rPr lang="en" dirty="0">
                <a:solidFill>
                  <a:schemeClr val="tx1"/>
                </a:solidFill>
              </a:rPr>
              <a:t>Experience Replay 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lang="en" dirty="0"/>
          </a:p>
        </p:txBody>
      </p:sp>
      <p:sp>
        <p:nvSpPr>
          <p:cNvPr id="734" name="Google Shape;734;p45"/>
          <p:cNvSpPr txBox="1">
            <a:spLocks noGrp="1"/>
          </p:cNvSpPr>
          <p:nvPr>
            <p:ph type="title" idx="4"/>
          </p:nvPr>
        </p:nvSpPr>
        <p:spPr>
          <a:xfrm>
            <a:off x="1157018" y="1976659"/>
            <a:ext cx="2059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SARSA</a:t>
            </a:r>
          </a:p>
        </p:txBody>
      </p:sp>
      <p:sp>
        <p:nvSpPr>
          <p:cNvPr id="735" name="Google Shape;735;p45"/>
          <p:cNvSpPr txBox="1">
            <a:spLocks noGrp="1"/>
          </p:cNvSpPr>
          <p:nvPr>
            <p:ph type="subTitle" idx="5"/>
          </p:nvPr>
        </p:nvSpPr>
        <p:spPr>
          <a:xfrm>
            <a:off x="6111093" y="2533403"/>
            <a:ext cx="20592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SzPts val="1100"/>
              <a:buFont typeface="Arial"/>
              <a:buChar char="•"/>
            </a:pPr>
            <a:r>
              <a:rPr lang="en"/>
              <a:t>Redes target y policy</a:t>
            </a:r>
            <a:endParaRPr lang="es-ES"/>
          </a:p>
          <a:p>
            <a:pPr marL="171450" indent="-171450" algn="l">
              <a:buSzPts val="1100"/>
              <a:buFont typeface="Arial"/>
              <a:buChar char="•"/>
            </a:pPr>
            <a:r>
              <a:rPr lang="en" err="1"/>
              <a:t>Entrenamiento</a:t>
            </a:r>
            <a:r>
              <a:rPr lang="en" dirty="0"/>
              <a:t> </a:t>
            </a:r>
            <a:r>
              <a:rPr lang="en" err="1"/>
              <a:t>más</a:t>
            </a:r>
            <a:r>
              <a:rPr lang="en" dirty="0"/>
              <a:t> </a:t>
            </a:r>
            <a:r>
              <a:rPr lang="en" err="1"/>
              <a:t>estable</a:t>
            </a:r>
            <a:endParaRPr lang="en"/>
          </a:p>
          <a:p>
            <a:pPr marL="171450" indent="-171450" algn="l">
              <a:buSzPts val="1100"/>
              <a:buFont typeface="Arial"/>
              <a:buChar char="•"/>
            </a:pPr>
            <a:r>
              <a:rPr lang="en"/>
              <a:t>Mejor </a:t>
            </a:r>
            <a:r>
              <a:rPr lang="en" err="1"/>
              <a:t>convergencia</a:t>
            </a:r>
            <a:endParaRPr lang="en" dirty="0" err="1"/>
          </a:p>
        </p:txBody>
      </p:sp>
      <p:cxnSp>
        <p:nvCxnSpPr>
          <p:cNvPr id="739" name="Google Shape;739;p45"/>
          <p:cNvCxnSpPr>
            <a:cxnSpLocks/>
          </p:cNvCxnSpPr>
          <p:nvPr/>
        </p:nvCxnSpPr>
        <p:spPr>
          <a:xfrm flipV="1">
            <a:off x="2170443" y="2345998"/>
            <a:ext cx="4045" cy="251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0" name="Google Shape;740;p45"/>
          <p:cNvCxnSpPr>
            <a:cxnSpLocks/>
          </p:cNvCxnSpPr>
          <p:nvPr/>
        </p:nvCxnSpPr>
        <p:spPr>
          <a:xfrm flipV="1">
            <a:off x="4674431" y="2330126"/>
            <a:ext cx="6" cy="2005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1" name="Google Shape;741;p45"/>
          <p:cNvCxnSpPr>
            <a:cxnSpLocks/>
          </p:cNvCxnSpPr>
          <p:nvPr/>
        </p:nvCxnSpPr>
        <p:spPr>
          <a:xfrm flipV="1">
            <a:off x="7140693" y="2333003"/>
            <a:ext cx="1" cy="2005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Representación</a:t>
            </a:r>
            <a:r>
              <a:rPr lang="en" dirty="0"/>
              <a:t> </a:t>
            </a:r>
            <a:r>
              <a:rPr lang="en" dirty="0" err="1"/>
              <a:t>inicial</a:t>
            </a:r>
            <a:r>
              <a:rPr lang="en" dirty="0"/>
              <a:t> del </a:t>
            </a:r>
            <a:r>
              <a:rPr lang="en" dirty="0" err="1"/>
              <a:t>estado</a:t>
            </a:r>
          </a:p>
        </p:txBody>
      </p:sp>
      <p:sp>
        <p:nvSpPr>
          <p:cNvPr id="545" name="Google Shape;545;p44"/>
          <p:cNvSpPr/>
          <p:nvPr/>
        </p:nvSpPr>
        <p:spPr>
          <a:xfrm>
            <a:off x="573829" y="2595285"/>
            <a:ext cx="1566900" cy="35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0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Posición</a:t>
            </a:r>
            <a:r>
              <a:rPr lang="en" sz="10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del </a:t>
            </a:r>
            <a:r>
              <a:rPr lang="en" sz="10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agente</a:t>
            </a:r>
            <a:endParaRPr lang="en" sz="1000" b="1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2551629" y="2595285"/>
            <a:ext cx="1566900" cy="35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0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Posición</a:t>
            </a:r>
            <a:r>
              <a:rPr lang="en" sz="10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de </a:t>
            </a:r>
            <a:r>
              <a:rPr lang="en" sz="10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los</a:t>
            </a:r>
            <a:r>
              <a:rPr lang="en" sz="10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</a:t>
            </a:r>
            <a:r>
              <a:rPr lang="en" sz="10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objetos</a:t>
            </a:r>
            <a:endParaRPr lang="en" sz="1000" b="1" dirty="0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4529429" y="2595285"/>
            <a:ext cx="1566900" cy="352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0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Flags de </a:t>
            </a:r>
            <a:r>
              <a:rPr lang="en" sz="1000" b="1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información</a:t>
            </a:r>
            <a:endParaRPr lang="en" sz="1000" b="1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2551654" y="1519485"/>
            <a:ext cx="1566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6​</a:t>
            </a:r>
          </a:p>
        </p:txBody>
      </p:sp>
      <p:sp>
        <p:nvSpPr>
          <p:cNvPr id="551" name="Google Shape;551;p44"/>
          <p:cNvSpPr/>
          <p:nvPr/>
        </p:nvSpPr>
        <p:spPr>
          <a:xfrm>
            <a:off x="4529429" y="3329085"/>
            <a:ext cx="1566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har char="•"/>
            </a:pP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¿Tiene </a:t>
            </a:r>
            <a:r>
              <a:rPr lang="en" sz="120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objeto</a:t>
            </a:r>
            <a:r>
              <a:rPr lang="en" sz="120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?</a:t>
            </a:r>
            <a:endParaRPr lang="es-ES">
              <a:solidFill>
                <a:schemeClr val="dk1"/>
              </a:solidFill>
            </a:endParaRPr>
          </a:p>
          <a:p>
            <a:pPr marL="171450" indent="-171450">
              <a:buChar char="•"/>
            </a:pPr>
            <a:r>
              <a:rPr lang="en" sz="120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Colisión</a:t>
            </a:r>
          </a:p>
          <a:p>
            <a:pPr marL="171450" indent="-171450">
              <a:buChar char="•"/>
            </a:pPr>
            <a:r>
              <a:rPr lang="en" sz="120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Entrega</a:t>
            </a:r>
            <a:endParaRPr lang="en" sz="1200" dirty="0" err="1">
              <a:solidFill>
                <a:schemeClr val="dk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552" name="Google Shape;552;p44"/>
          <p:cNvSpPr/>
          <p:nvPr/>
        </p:nvSpPr>
        <p:spPr>
          <a:xfrm>
            <a:off x="573829" y="3329085"/>
            <a:ext cx="15669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2</a:t>
            </a:r>
          </a:p>
        </p:txBody>
      </p:sp>
      <p:cxnSp>
        <p:nvCxnSpPr>
          <p:cNvPr id="553" name="Google Shape;553;p44"/>
          <p:cNvCxnSpPr>
            <a:cxnSpLocks/>
          </p:cNvCxnSpPr>
          <p:nvPr/>
        </p:nvCxnSpPr>
        <p:spPr>
          <a:xfrm>
            <a:off x="1357279" y="2948085"/>
            <a:ext cx="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44"/>
          <p:cNvCxnSpPr>
            <a:cxnSpLocks/>
          </p:cNvCxnSpPr>
          <p:nvPr/>
        </p:nvCxnSpPr>
        <p:spPr>
          <a:xfrm flipH="1">
            <a:off x="3335104" y="2214285"/>
            <a:ext cx="25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44"/>
          <p:cNvCxnSpPr>
            <a:cxnSpLocks/>
          </p:cNvCxnSpPr>
          <p:nvPr/>
        </p:nvCxnSpPr>
        <p:spPr>
          <a:xfrm>
            <a:off x="5312879" y="2948085"/>
            <a:ext cx="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4"/>
          <p:cNvCxnSpPr>
            <a:cxnSpLocks/>
          </p:cNvCxnSpPr>
          <p:nvPr/>
        </p:nvCxnSpPr>
        <p:spPr>
          <a:xfrm>
            <a:off x="2140629" y="2771685"/>
            <a:ext cx="411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44"/>
          <p:cNvCxnSpPr>
            <a:cxnSpLocks/>
          </p:cNvCxnSpPr>
          <p:nvPr/>
        </p:nvCxnSpPr>
        <p:spPr>
          <a:xfrm>
            <a:off x="4118529" y="2771685"/>
            <a:ext cx="41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0" name="Google Shape;560;p44"/>
          <p:cNvGrpSpPr/>
          <p:nvPr/>
        </p:nvGrpSpPr>
        <p:grpSpPr>
          <a:xfrm>
            <a:off x="4971445" y="1435267"/>
            <a:ext cx="684651" cy="857946"/>
            <a:chOff x="2719800" y="341640"/>
            <a:chExt cx="809280" cy="1014120"/>
          </a:xfrm>
        </p:grpSpPr>
        <p:sp>
          <p:nvSpPr>
            <p:cNvPr id="561" name="Google Shape;561;p44"/>
            <p:cNvSpPr/>
            <p:nvPr/>
          </p:nvSpPr>
          <p:spPr>
            <a:xfrm>
              <a:off x="2879280" y="659880"/>
              <a:ext cx="348840" cy="348480"/>
            </a:xfrm>
            <a:custGeom>
              <a:avLst/>
              <a:gdLst/>
              <a:ahLst/>
              <a:cxnLst/>
              <a:rect l="l" t="t" r="r" b="b"/>
              <a:pathLst>
                <a:path w="969" h="968" extrusionOk="0">
                  <a:moveTo>
                    <a:pt x="209" y="0"/>
                  </a:moveTo>
                  <a:lnTo>
                    <a:pt x="969" y="759"/>
                  </a:lnTo>
                  <a:lnTo>
                    <a:pt x="759" y="968"/>
                  </a:lnTo>
                  <a:lnTo>
                    <a:pt x="0" y="209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4"/>
            <p:cNvSpPr/>
            <p:nvPr/>
          </p:nvSpPr>
          <p:spPr>
            <a:xfrm>
              <a:off x="2904840" y="702720"/>
              <a:ext cx="248760" cy="221760"/>
            </a:xfrm>
            <a:custGeom>
              <a:avLst/>
              <a:gdLst/>
              <a:ahLst/>
              <a:cxnLst/>
              <a:rect l="l" t="t" r="r" b="b"/>
              <a:pathLst>
                <a:path w="691" h="616" extrusionOk="0">
                  <a:moveTo>
                    <a:pt x="283" y="25"/>
                  </a:moveTo>
                  <a:cubicBezTo>
                    <a:pt x="283" y="25"/>
                    <a:pt x="153" y="151"/>
                    <a:pt x="156" y="173"/>
                  </a:cubicBezTo>
                  <a:cubicBezTo>
                    <a:pt x="159" y="195"/>
                    <a:pt x="439" y="481"/>
                    <a:pt x="450" y="481"/>
                  </a:cubicBezTo>
                  <a:cubicBezTo>
                    <a:pt x="461" y="481"/>
                    <a:pt x="618" y="399"/>
                    <a:pt x="682" y="424"/>
                  </a:cubicBezTo>
                  <a:cubicBezTo>
                    <a:pt x="746" y="449"/>
                    <a:pt x="455" y="616"/>
                    <a:pt x="455" y="616"/>
                  </a:cubicBezTo>
                  <a:lnTo>
                    <a:pt x="0" y="161"/>
                  </a:lnTo>
                  <a:lnTo>
                    <a:pt x="258" y="0"/>
                  </a:lnTo>
                  <a:lnTo>
                    <a:pt x="283" y="25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2861280" y="852840"/>
              <a:ext cx="424800" cy="376560"/>
            </a:xfrm>
            <a:custGeom>
              <a:avLst/>
              <a:gdLst/>
              <a:ahLst/>
              <a:cxnLst/>
              <a:rect l="l" t="t" r="r" b="b"/>
              <a:pathLst>
                <a:path w="1180" h="1046" extrusionOk="0">
                  <a:moveTo>
                    <a:pt x="1180" y="313"/>
                  </a:moveTo>
                  <a:cubicBezTo>
                    <a:pt x="1180" y="140"/>
                    <a:pt x="1040" y="0"/>
                    <a:pt x="867" y="0"/>
                  </a:cubicBezTo>
                  <a:cubicBezTo>
                    <a:pt x="728" y="0"/>
                    <a:pt x="610" y="92"/>
                    <a:pt x="570" y="218"/>
                  </a:cubicBezTo>
                  <a:lnTo>
                    <a:pt x="569" y="218"/>
                  </a:lnTo>
                  <a:lnTo>
                    <a:pt x="548" y="271"/>
                  </a:lnTo>
                  <a:cubicBezTo>
                    <a:pt x="497" y="401"/>
                    <a:pt x="399" y="506"/>
                    <a:pt x="276" y="567"/>
                  </a:cubicBezTo>
                  <a:cubicBezTo>
                    <a:pt x="261" y="575"/>
                    <a:pt x="204" y="586"/>
                    <a:pt x="188" y="592"/>
                  </a:cubicBezTo>
                  <a:lnTo>
                    <a:pt x="188" y="592"/>
                  </a:lnTo>
                  <a:cubicBezTo>
                    <a:pt x="81" y="611"/>
                    <a:pt x="0" y="704"/>
                    <a:pt x="0" y="817"/>
                  </a:cubicBezTo>
                  <a:cubicBezTo>
                    <a:pt x="0" y="943"/>
                    <a:pt x="102" y="1046"/>
                    <a:pt x="229" y="1046"/>
                  </a:cubicBezTo>
                  <a:cubicBezTo>
                    <a:pt x="310" y="1046"/>
                    <a:pt x="381" y="1003"/>
                    <a:pt x="422" y="939"/>
                  </a:cubicBezTo>
                  <a:lnTo>
                    <a:pt x="422" y="939"/>
                  </a:lnTo>
                  <a:lnTo>
                    <a:pt x="479" y="869"/>
                  </a:lnTo>
                  <a:cubicBezTo>
                    <a:pt x="550" y="781"/>
                    <a:pt x="642" y="714"/>
                    <a:pt x="746" y="673"/>
                  </a:cubicBezTo>
                  <a:lnTo>
                    <a:pt x="926" y="620"/>
                  </a:lnTo>
                  <a:cubicBezTo>
                    <a:pt x="946" y="616"/>
                    <a:pt x="966" y="610"/>
                    <a:pt x="984" y="603"/>
                  </a:cubicBezTo>
                  <a:lnTo>
                    <a:pt x="985" y="603"/>
                  </a:lnTo>
                  <a:lnTo>
                    <a:pt x="985" y="603"/>
                  </a:lnTo>
                  <a:cubicBezTo>
                    <a:pt x="1099" y="556"/>
                    <a:pt x="1180" y="444"/>
                    <a:pt x="1180" y="3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3092760" y="879480"/>
              <a:ext cx="166680" cy="166680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68" y="68"/>
                  </a:moveTo>
                  <a:cubicBezTo>
                    <a:pt x="159" y="-22"/>
                    <a:pt x="305" y="-22"/>
                    <a:pt x="396" y="68"/>
                  </a:cubicBezTo>
                  <a:cubicBezTo>
                    <a:pt x="486" y="159"/>
                    <a:pt x="486" y="305"/>
                    <a:pt x="396" y="396"/>
                  </a:cubicBezTo>
                  <a:cubicBezTo>
                    <a:pt x="305" y="486"/>
                    <a:pt x="159" y="486"/>
                    <a:pt x="68" y="396"/>
                  </a:cubicBezTo>
                  <a:cubicBezTo>
                    <a:pt x="-22" y="305"/>
                    <a:pt x="-22" y="159"/>
                    <a:pt x="68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2861280" y="1049400"/>
              <a:ext cx="386640" cy="124920"/>
            </a:xfrm>
            <a:custGeom>
              <a:avLst/>
              <a:gdLst/>
              <a:ahLst/>
              <a:cxnLst/>
              <a:rect l="l" t="t" r="r" b="b"/>
              <a:pathLst>
                <a:path w="1074" h="347" extrusionOk="0">
                  <a:moveTo>
                    <a:pt x="812" y="49"/>
                  </a:moveTo>
                  <a:cubicBezTo>
                    <a:pt x="663" y="17"/>
                    <a:pt x="480" y="214"/>
                    <a:pt x="480" y="214"/>
                  </a:cubicBezTo>
                  <a:lnTo>
                    <a:pt x="7" y="214"/>
                  </a:lnTo>
                  <a:cubicBezTo>
                    <a:pt x="2" y="232"/>
                    <a:pt x="0" y="251"/>
                    <a:pt x="0" y="271"/>
                  </a:cubicBezTo>
                  <a:cubicBezTo>
                    <a:pt x="0" y="298"/>
                    <a:pt x="5" y="323"/>
                    <a:pt x="13" y="347"/>
                  </a:cubicBezTo>
                  <a:lnTo>
                    <a:pt x="466" y="338"/>
                  </a:lnTo>
                  <a:lnTo>
                    <a:pt x="479" y="323"/>
                  </a:lnTo>
                  <a:cubicBezTo>
                    <a:pt x="550" y="235"/>
                    <a:pt x="642" y="168"/>
                    <a:pt x="746" y="127"/>
                  </a:cubicBezTo>
                  <a:lnTo>
                    <a:pt x="926" y="74"/>
                  </a:lnTo>
                  <a:cubicBezTo>
                    <a:pt x="946" y="70"/>
                    <a:pt x="966" y="64"/>
                    <a:pt x="984" y="57"/>
                  </a:cubicBezTo>
                  <a:lnTo>
                    <a:pt x="985" y="57"/>
                  </a:lnTo>
                  <a:lnTo>
                    <a:pt x="985" y="57"/>
                  </a:lnTo>
                  <a:cubicBezTo>
                    <a:pt x="1018" y="43"/>
                    <a:pt x="1048" y="24"/>
                    <a:pt x="1074" y="0"/>
                  </a:cubicBezTo>
                  <a:cubicBezTo>
                    <a:pt x="984" y="57"/>
                    <a:pt x="926" y="74"/>
                    <a:pt x="812" y="49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2852640" y="632880"/>
              <a:ext cx="128520" cy="128880"/>
            </a:xfrm>
            <a:custGeom>
              <a:avLst/>
              <a:gdLst/>
              <a:ahLst/>
              <a:cxnLst/>
              <a:rect l="l" t="t" r="r" b="b"/>
              <a:pathLst>
                <a:path w="357" h="358" extrusionOk="0">
                  <a:moveTo>
                    <a:pt x="52" y="53"/>
                  </a:moveTo>
                  <a:cubicBezTo>
                    <a:pt x="122" y="-17"/>
                    <a:pt x="235" y="-17"/>
                    <a:pt x="305" y="53"/>
                  </a:cubicBezTo>
                  <a:cubicBezTo>
                    <a:pt x="375" y="123"/>
                    <a:pt x="375" y="236"/>
                    <a:pt x="305" y="306"/>
                  </a:cubicBezTo>
                  <a:cubicBezTo>
                    <a:pt x="235" y="375"/>
                    <a:pt x="122" y="375"/>
                    <a:pt x="52" y="306"/>
                  </a:cubicBezTo>
                  <a:cubicBezTo>
                    <a:pt x="-17" y="236"/>
                    <a:pt x="-17" y="123"/>
                    <a:pt x="52" y="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2862720" y="561240"/>
              <a:ext cx="196920" cy="196920"/>
            </a:xfrm>
            <a:custGeom>
              <a:avLst/>
              <a:gdLst/>
              <a:ahLst/>
              <a:cxnLst/>
              <a:rect l="l" t="t" r="r" b="b"/>
              <a:pathLst>
                <a:path w="547" h="547" extrusionOk="0">
                  <a:moveTo>
                    <a:pt x="525" y="243"/>
                  </a:moveTo>
                  <a:lnTo>
                    <a:pt x="262" y="506"/>
                  </a:lnTo>
                  <a:cubicBezTo>
                    <a:pt x="207" y="561"/>
                    <a:pt x="116" y="561"/>
                    <a:pt x="60" y="506"/>
                  </a:cubicBezTo>
                  <a:lnTo>
                    <a:pt x="41" y="487"/>
                  </a:lnTo>
                  <a:cubicBezTo>
                    <a:pt x="-14" y="431"/>
                    <a:pt x="-14" y="340"/>
                    <a:pt x="41" y="285"/>
                  </a:cubicBezTo>
                  <a:lnTo>
                    <a:pt x="304" y="22"/>
                  </a:lnTo>
                  <a:cubicBezTo>
                    <a:pt x="333" y="-7"/>
                    <a:pt x="381" y="-7"/>
                    <a:pt x="410" y="22"/>
                  </a:cubicBezTo>
                  <a:lnTo>
                    <a:pt x="525" y="137"/>
                  </a:lnTo>
                  <a:cubicBezTo>
                    <a:pt x="554" y="166"/>
                    <a:pt x="554" y="214"/>
                    <a:pt x="525" y="2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3016800" y="465480"/>
              <a:ext cx="140400" cy="140760"/>
            </a:xfrm>
            <a:custGeom>
              <a:avLst/>
              <a:gdLst/>
              <a:ahLst/>
              <a:cxnLst/>
              <a:rect l="l" t="t" r="r" b="b"/>
              <a:pathLst>
                <a:path w="390" h="391" extrusionOk="0">
                  <a:moveTo>
                    <a:pt x="390" y="103"/>
                  </a:moveTo>
                  <a:lnTo>
                    <a:pt x="102" y="391"/>
                  </a:lnTo>
                  <a:lnTo>
                    <a:pt x="0" y="288"/>
                  </a:lnTo>
                  <a:lnTo>
                    <a:pt x="288" y="0"/>
                  </a:lnTo>
                  <a:lnTo>
                    <a:pt x="390" y="10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3030480" y="488880"/>
              <a:ext cx="102240" cy="104400"/>
            </a:xfrm>
            <a:custGeom>
              <a:avLst/>
              <a:gdLst/>
              <a:ahLst/>
              <a:cxnLst/>
              <a:rect l="l" t="t" r="r" b="b"/>
              <a:pathLst>
                <a:path w="284" h="290" extrusionOk="0">
                  <a:moveTo>
                    <a:pt x="0" y="185"/>
                  </a:moveTo>
                  <a:lnTo>
                    <a:pt x="100" y="290"/>
                  </a:lnTo>
                  <a:lnTo>
                    <a:pt x="284" y="106"/>
                  </a:lnTo>
                  <a:lnTo>
                    <a:pt x="185" y="0"/>
                  </a:lnTo>
                  <a:cubicBezTo>
                    <a:pt x="185" y="0"/>
                    <a:pt x="174" y="29"/>
                    <a:pt x="218" y="86"/>
                  </a:cubicBezTo>
                  <a:cubicBezTo>
                    <a:pt x="233" y="105"/>
                    <a:pt x="117" y="209"/>
                    <a:pt x="103" y="211"/>
                  </a:cubicBezTo>
                  <a:cubicBezTo>
                    <a:pt x="90" y="212"/>
                    <a:pt x="29" y="178"/>
                    <a:pt x="0" y="185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2991240" y="55332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95" y="173"/>
                  </a:moveTo>
                  <a:lnTo>
                    <a:pt x="174" y="194"/>
                  </a:lnTo>
                  <a:cubicBezTo>
                    <a:pt x="150" y="218"/>
                    <a:pt x="112" y="218"/>
                    <a:pt x="88" y="194"/>
                  </a:cubicBezTo>
                  <a:lnTo>
                    <a:pt x="18" y="124"/>
                  </a:lnTo>
                  <a:cubicBezTo>
                    <a:pt x="-6" y="101"/>
                    <a:pt x="-6" y="62"/>
                    <a:pt x="18" y="38"/>
                  </a:cubicBezTo>
                  <a:lnTo>
                    <a:pt x="39" y="17"/>
                  </a:lnTo>
                  <a:cubicBezTo>
                    <a:pt x="63" y="-6"/>
                    <a:pt x="101" y="-6"/>
                    <a:pt x="125" y="17"/>
                  </a:cubicBezTo>
                  <a:lnTo>
                    <a:pt x="195" y="87"/>
                  </a:lnTo>
                  <a:cubicBezTo>
                    <a:pt x="219" y="111"/>
                    <a:pt x="219" y="149"/>
                    <a:pt x="195" y="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3103560" y="341640"/>
              <a:ext cx="180720" cy="180360"/>
            </a:xfrm>
            <a:custGeom>
              <a:avLst/>
              <a:gdLst/>
              <a:ahLst/>
              <a:cxnLst/>
              <a:rect l="l" t="t" r="r" b="b"/>
              <a:pathLst>
                <a:path w="502" h="501" extrusionOk="0">
                  <a:moveTo>
                    <a:pt x="242" y="481"/>
                  </a:moveTo>
                  <a:lnTo>
                    <a:pt x="463" y="260"/>
                  </a:lnTo>
                  <a:cubicBezTo>
                    <a:pt x="515" y="208"/>
                    <a:pt x="515" y="123"/>
                    <a:pt x="463" y="71"/>
                  </a:cubicBezTo>
                  <a:lnTo>
                    <a:pt x="431" y="39"/>
                  </a:lnTo>
                  <a:cubicBezTo>
                    <a:pt x="379" y="-13"/>
                    <a:pt x="294" y="-13"/>
                    <a:pt x="242" y="39"/>
                  </a:cubicBezTo>
                  <a:lnTo>
                    <a:pt x="21" y="260"/>
                  </a:lnTo>
                  <a:cubicBezTo>
                    <a:pt x="-6" y="287"/>
                    <a:pt x="-6" y="332"/>
                    <a:pt x="21" y="360"/>
                  </a:cubicBezTo>
                  <a:lnTo>
                    <a:pt x="142" y="481"/>
                  </a:lnTo>
                  <a:cubicBezTo>
                    <a:pt x="170" y="508"/>
                    <a:pt x="215" y="508"/>
                    <a:pt x="242" y="4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3096000" y="453240"/>
              <a:ext cx="76680" cy="76320"/>
            </a:xfrm>
            <a:custGeom>
              <a:avLst/>
              <a:gdLst/>
              <a:ahLst/>
              <a:cxnLst/>
              <a:rect l="l" t="t" r="r" b="b"/>
              <a:pathLst>
                <a:path w="213" h="212" extrusionOk="0">
                  <a:moveTo>
                    <a:pt x="174" y="195"/>
                  </a:moveTo>
                  <a:lnTo>
                    <a:pt x="195" y="174"/>
                  </a:lnTo>
                  <a:cubicBezTo>
                    <a:pt x="219" y="150"/>
                    <a:pt x="219" y="111"/>
                    <a:pt x="195" y="88"/>
                  </a:cubicBezTo>
                  <a:lnTo>
                    <a:pt x="125" y="18"/>
                  </a:lnTo>
                  <a:cubicBezTo>
                    <a:pt x="102" y="-6"/>
                    <a:pt x="63" y="-6"/>
                    <a:pt x="39" y="18"/>
                  </a:cubicBezTo>
                  <a:lnTo>
                    <a:pt x="18" y="39"/>
                  </a:lnTo>
                  <a:cubicBezTo>
                    <a:pt x="-5" y="63"/>
                    <a:pt x="-5" y="101"/>
                    <a:pt x="18" y="125"/>
                  </a:cubicBezTo>
                  <a:lnTo>
                    <a:pt x="88" y="195"/>
                  </a:lnTo>
                  <a:cubicBezTo>
                    <a:pt x="112" y="218"/>
                    <a:pt x="150" y="218"/>
                    <a:pt x="174" y="1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3166560" y="341640"/>
              <a:ext cx="138960" cy="138960"/>
            </a:xfrm>
            <a:custGeom>
              <a:avLst/>
              <a:gdLst/>
              <a:ahLst/>
              <a:cxnLst/>
              <a:rect l="l" t="t" r="r" b="b"/>
              <a:pathLst>
                <a:path w="386" h="386" extrusionOk="0">
                  <a:moveTo>
                    <a:pt x="386" y="193"/>
                  </a:moveTo>
                  <a:cubicBezTo>
                    <a:pt x="386" y="299"/>
                    <a:pt x="300" y="386"/>
                    <a:pt x="193" y="386"/>
                  </a:cubicBezTo>
                  <a:cubicBezTo>
                    <a:pt x="87" y="386"/>
                    <a:pt x="0" y="299"/>
                    <a:pt x="0" y="193"/>
                  </a:cubicBezTo>
                  <a:cubicBezTo>
                    <a:pt x="0" y="86"/>
                    <a:pt x="87" y="0"/>
                    <a:pt x="193" y="0"/>
                  </a:cubicBezTo>
                  <a:cubicBezTo>
                    <a:pt x="300" y="0"/>
                    <a:pt x="386" y="86"/>
                    <a:pt x="386" y="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3001320" y="56340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156" y="156"/>
                  </a:moveTo>
                  <a:lnTo>
                    <a:pt x="167" y="145"/>
                  </a:lnTo>
                  <a:cubicBezTo>
                    <a:pt x="184" y="128"/>
                    <a:pt x="188" y="104"/>
                    <a:pt x="181" y="83"/>
                  </a:cubicBezTo>
                  <a:cubicBezTo>
                    <a:pt x="181" y="83"/>
                    <a:pt x="170" y="128"/>
                    <a:pt x="139" y="112"/>
                  </a:cubicBezTo>
                  <a:cubicBezTo>
                    <a:pt x="125" y="106"/>
                    <a:pt x="0" y="0"/>
                    <a:pt x="0" y="0"/>
                  </a:cubicBezTo>
                  <a:lnTo>
                    <a:pt x="156" y="156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3096000" y="463680"/>
              <a:ext cx="66240" cy="56160"/>
            </a:xfrm>
            <a:custGeom>
              <a:avLst/>
              <a:gdLst/>
              <a:ahLst/>
              <a:cxnLst/>
              <a:rect l="l" t="t" r="r" b="b"/>
              <a:pathLst>
                <a:path w="184" h="156" extrusionOk="0">
                  <a:moveTo>
                    <a:pt x="3" y="70"/>
                  </a:moveTo>
                  <a:cubicBezTo>
                    <a:pt x="4" y="69"/>
                    <a:pt x="21" y="50"/>
                    <a:pt x="36" y="47"/>
                  </a:cubicBezTo>
                  <a:cubicBezTo>
                    <a:pt x="50" y="43"/>
                    <a:pt x="184" y="156"/>
                    <a:pt x="184" y="156"/>
                  </a:cubicBezTo>
                  <a:lnTo>
                    <a:pt x="184" y="156"/>
                  </a:lnTo>
                  <a:lnTo>
                    <a:pt x="29" y="0"/>
                  </a:lnTo>
                  <a:lnTo>
                    <a:pt x="18" y="10"/>
                  </a:lnTo>
                  <a:cubicBezTo>
                    <a:pt x="2" y="26"/>
                    <a:pt x="-3" y="49"/>
                    <a:pt x="3" y="7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11150" rIns="90000" bIns="11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3172680" y="376560"/>
              <a:ext cx="132840" cy="104040"/>
            </a:xfrm>
            <a:custGeom>
              <a:avLst/>
              <a:gdLst/>
              <a:ahLst/>
              <a:cxnLst/>
              <a:rect l="l" t="t" r="r" b="b"/>
              <a:pathLst>
                <a:path w="369" h="289" extrusionOk="0">
                  <a:moveTo>
                    <a:pt x="344" y="0"/>
                  </a:moveTo>
                  <a:cubicBezTo>
                    <a:pt x="355" y="24"/>
                    <a:pt x="361" y="51"/>
                    <a:pt x="361" y="79"/>
                  </a:cubicBezTo>
                  <a:cubicBezTo>
                    <a:pt x="361" y="186"/>
                    <a:pt x="224" y="276"/>
                    <a:pt x="168" y="272"/>
                  </a:cubicBezTo>
                  <a:cubicBezTo>
                    <a:pt x="96" y="267"/>
                    <a:pt x="34" y="233"/>
                    <a:pt x="0" y="175"/>
                  </a:cubicBezTo>
                  <a:cubicBezTo>
                    <a:pt x="31" y="242"/>
                    <a:pt x="98" y="289"/>
                    <a:pt x="176" y="289"/>
                  </a:cubicBezTo>
                  <a:cubicBezTo>
                    <a:pt x="283" y="289"/>
                    <a:pt x="369" y="202"/>
                    <a:pt x="369" y="96"/>
                  </a:cubicBezTo>
                  <a:cubicBezTo>
                    <a:pt x="369" y="61"/>
                    <a:pt x="360" y="28"/>
                    <a:pt x="344" y="0"/>
                  </a:cubicBez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3231000" y="399240"/>
              <a:ext cx="135000" cy="135360"/>
            </a:xfrm>
            <a:custGeom>
              <a:avLst/>
              <a:gdLst/>
              <a:ahLst/>
              <a:cxnLst/>
              <a:rect l="l" t="t" r="r" b="b"/>
              <a:pathLst>
                <a:path w="375" h="376" extrusionOk="0">
                  <a:moveTo>
                    <a:pt x="375" y="77"/>
                  </a:moveTo>
                  <a:lnTo>
                    <a:pt x="76" y="376"/>
                  </a:lnTo>
                  <a:lnTo>
                    <a:pt x="0" y="299"/>
                  </a:lnTo>
                  <a:lnTo>
                    <a:pt x="299" y="0"/>
                  </a:lnTo>
                  <a:lnTo>
                    <a:pt x="375" y="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2838600" y="1152360"/>
              <a:ext cx="322560" cy="38520"/>
            </a:xfrm>
            <a:custGeom>
              <a:avLst/>
              <a:gdLst/>
              <a:ahLst/>
              <a:cxnLst/>
              <a:rect l="l" t="t" r="r" b="b"/>
              <a:pathLst>
                <a:path w="896" h="107" extrusionOk="0">
                  <a:moveTo>
                    <a:pt x="896" y="0"/>
                  </a:moveTo>
                  <a:lnTo>
                    <a:pt x="0" y="0"/>
                  </a:lnTo>
                  <a:lnTo>
                    <a:pt x="0" y="107"/>
                  </a:lnTo>
                  <a:lnTo>
                    <a:pt x="896" y="107"/>
                  </a:lnTo>
                  <a:lnTo>
                    <a:pt x="8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2905920" y="1087920"/>
              <a:ext cx="64440" cy="64440"/>
            </a:xfrm>
            <a:custGeom>
              <a:avLst/>
              <a:gdLst/>
              <a:ahLst/>
              <a:cxnLst/>
              <a:rect l="l" t="t" r="r" b="b"/>
              <a:pathLst>
                <a:path w="179" h="179" extrusionOk="0">
                  <a:moveTo>
                    <a:pt x="138" y="0"/>
                  </a:moveTo>
                  <a:lnTo>
                    <a:pt x="41" y="0"/>
                  </a:lnTo>
                  <a:cubicBezTo>
                    <a:pt x="18" y="0"/>
                    <a:pt x="0" y="18"/>
                    <a:pt x="0" y="41"/>
                  </a:cubicBezTo>
                  <a:lnTo>
                    <a:pt x="0" y="179"/>
                  </a:lnTo>
                  <a:lnTo>
                    <a:pt x="179" y="179"/>
                  </a:lnTo>
                  <a:lnTo>
                    <a:pt x="179" y="41"/>
                  </a:lnTo>
                  <a:cubicBezTo>
                    <a:pt x="179" y="1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9425" rIns="90000" bIns="19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3288960" y="457560"/>
              <a:ext cx="131040" cy="130680"/>
            </a:xfrm>
            <a:custGeom>
              <a:avLst/>
              <a:gdLst/>
              <a:ahLst/>
              <a:cxnLst/>
              <a:rect l="l" t="t" r="r" b="b"/>
              <a:pathLst>
                <a:path w="364" h="363" extrusionOk="0">
                  <a:moveTo>
                    <a:pt x="364" y="99"/>
                  </a:moveTo>
                  <a:lnTo>
                    <a:pt x="219" y="219"/>
                  </a:lnTo>
                  <a:lnTo>
                    <a:pt x="100" y="363"/>
                  </a:lnTo>
                  <a:lnTo>
                    <a:pt x="37" y="326"/>
                  </a:lnTo>
                  <a:lnTo>
                    <a:pt x="0" y="264"/>
                  </a:lnTo>
                  <a:lnTo>
                    <a:pt x="132" y="132"/>
                  </a:lnTo>
                  <a:lnTo>
                    <a:pt x="264" y="0"/>
                  </a:lnTo>
                  <a:lnTo>
                    <a:pt x="327" y="37"/>
                  </a:lnTo>
                  <a:lnTo>
                    <a:pt x="364" y="9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3268800" y="437040"/>
              <a:ext cx="99360" cy="99360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276" y="34"/>
                  </a:moveTo>
                  <a:lnTo>
                    <a:pt x="34" y="276"/>
                  </a:lnTo>
                  <a:lnTo>
                    <a:pt x="0" y="242"/>
                  </a:lnTo>
                  <a:lnTo>
                    <a:pt x="242" y="0"/>
                  </a:lnTo>
                  <a:lnTo>
                    <a:pt x="276" y="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3295080" y="463680"/>
              <a:ext cx="70560" cy="70560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96" y="33"/>
                  </a:moveTo>
                  <a:lnTo>
                    <a:pt x="34" y="196"/>
                  </a:lnTo>
                  <a:lnTo>
                    <a:pt x="0" y="162"/>
                  </a:lnTo>
                  <a:lnTo>
                    <a:pt x="162" y="0"/>
                  </a:lnTo>
                  <a:lnTo>
                    <a:pt x="196" y="3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5550" rIns="90000" bIns="25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3302640" y="574560"/>
              <a:ext cx="25200" cy="85680"/>
            </a:xfrm>
            <a:custGeom>
              <a:avLst/>
              <a:gdLst/>
              <a:ahLst/>
              <a:cxnLst/>
              <a:rect l="l" t="t" r="r" b="b"/>
              <a:pathLst>
                <a:path w="70" h="238" extrusionOk="0">
                  <a:moveTo>
                    <a:pt x="70" y="0"/>
                  </a:moveTo>
                  <a:lnTo>
                    <a:pt x="0" y="0"/>
                  </a:lnTo>
                  <a:lnTo>
                    <a:pt x="0" y="238"/>
                  </a:lnTo>
                  <a:lnTo>
                    <a:pt x="70" y="238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3301560" y="641160"/>
              <a:ext cx="43560" cy="43560"/>
            </a:xfrm>
            <a:custGeom>
              <a:avLst/>
              <a:gdLst/>
              <a:ahLst/>
              <a:cxnLst/>
              <a:rect l="l" t="t" r="r" b="b"/>
              <a:pathLst>
                <a:path w="121" h="121" extrusionOk="0">
                  <a:moveTo>
                    <a:pt x="103" y="17"/>
                  </a:moveTo>
                  <a:cubicBezTo>
                    <a:pt x="127" y="41"/>
                    <a:pt x="127" y="79"/>
                    <a:pt x="103" y="103"/>
                  </a:cubicBezTo>
                  <a:cubicBezTo>
                    <a:pt x="80" y="127"/>
                    <a:pt x="41" y="127"/>
                    <a:pt x="18" y="103"/>
                  </a:cubicBezTo>
                  <a:cubicBezTo>
                    <a:pt x="-6" y="79"/>
                    <a:pt x="-6" y="41"/>
                    <a:pt x="18" y="17"/>
                  </a:cubicBezTo>
                  <a:cubicBezTo>
                    <a:pt x="41" y="-6"/>
                    <a:pt x="80" y="-6"/>
                    <a:pt x="103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3317760" y="531720"/>
              <a:ext cx="87120" cy="163800"/>
            </a:xfrm>
            <a:custGeom>
              <a:avLst/>
              <a:gdLst/>
              <a:ahLst/>
              <a:cxnLst/>
              <a:rect l="l" t="t" r="r" b="b"/>
              <a:pathLst>
                <a:path w="242" h="455" extrusionOk="0">
                  <a:moveTo>
                    <a:pt x="238" y="455"/>
                  </a:moveTo>
                  <a:lnTo>
                    <a:pt x="0" y="402"/>
                  </a:lnTo>
                  <a:lnTo>
                    <a:pt x="120" y="0"/>
                  </a:lnTo>
                  <a:lnTo>
                    <a:pt x="137" y="5"/>
                  </a:lnTo>
                  <a:lnTo>
                    <a:pt x="23" y="388"/>
                  </a:lnTo>
                  <a:lnTo>
                    <a:pt x="242" y="437"/>
                  </a:lnTo>
                  <a:lnTo>
                    <a:pt x="238" y="4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3339720" y="628560"/>
              <a:ext cx="81720" cy="69120"/>
            </a:xfrm>
            <a:custGeom>
              <a:avLst/>
              <a:gdLst/>
              <a:ahLst/>
              <a:cxnLst/>
              <a:rect l="l" t="t" r="r" b="b"/>
              <a:pathLst>
                <a:path w="227" h="192" extrusionOk="0">
                  <a:moveTo>
                    <a:pt x="218" y="180"/>
                  </a:moveTo>
                  <a:lnTo>
                    <a:pt x="216" y="183"/>
                  </a:lnTo>
                  <a:cubicBezTo>
                    <a:pt x="204" y="195"/>
                    <a:pt x="185" y="195"/>
                    <a:pt x="173" y="183"/>
                  </a:cubicBezTo>
                  <a:lnTo>
                    <a:pt x="3" y="88"/>
                  </a:lnTo>
                  <a:cubicBezTo>
                    <a:pt x="-9" y="76"/>
                    <a:pt x="32" y="23"/>
                    <a:pt x="44" y="11"/>
                  </a:cubicBezTo>
                  <a:lnTo>
                    <a:pt x="47" y="9"/>
                  </a:lnTo>
                  <a:cubicBezTo>
                    <a:pt x="58" y="-3"/>
                    <a:pt x="78" y="-3"/>
                    <a:pt x="89" y="9"/>
                  </a:cubicBezTo>
                  <a:lnTo>
                    <a:pt x="218" y="138"/>
                  </a:lnTo>
                  <a:cubicBezTo>
                    <a:pt x="230" y="150"/>
                    <a:pt x="230" y="169"/>
                    <a:pt x="218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4100" rIns="90000" bIns="24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4"/>
            <p:cNvSpPr/>
            <p:nvPr/>
          </p:nvSpPr>
          <p:spPr>
            <a:xfrm>
              <a:off x="3328200" y="636120"/>
              <a:ext cx="42120" cy="42120"/>
            </a:xfrm>
            <a:custGeom>
              <a:avLst/>
              <a:gdLst/>
              <a:ahLst/>
              <a:cxnLst/>
              <a:rect l="l" t="t" r="r" b="b"/>
              <a:pathLst>
                <a:path w="117" h="117" extrusionOk="0">
                  <a:moveTo>
                    <a:pt x="117" y="29"/>
                  </a:moveTo>
                  <a:lnTo>
                    <a:pt x="29" y="117"/>
                  </a:lnTo>
                  <a:lnTo>
                    <a:pt x="0" y="87"/>
                  </a:lnTo>
                  <a:lnTo>
                    <a:pt x="88" y="0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4"/>
            <p:cNvSpPr/>
            <p:nvPr/>
          </p:nvSpPr>
          <p:spPr>
            <a:xfrm>
              <a:off x="3406320" y="471240"/>
              <a:ext cx="85680" cy="25200"/>
            </a:xfrm>
            <a:custGeom>
              <a:avLst/>
              <a:gdLst/>
              <a:ahLst/>
              <a:cxnLst/>
              <a:rect l="l" t="t" r="r" b="b"/>
              <a:pathLst>
                <a:path w="238" h="70" extrusionOk="0">
                  <a:moveTo>
                    <a:pt x="238" y="70"/>
                  </a:moveTo>
                  <a:lnTo>
                    <a:pt x="0" y="70"/>
                  </a:lnTo>
                  <a:lnTo>
                    <a:pt x="0" y="0"/>
                  </a:lnTo>
                  <a:lnTo>
                    <a:pt x="238" y="0"/>
                  </a:lnTo>
                  <a:lnTo>
                    <a:pt x="238" y="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3472560" y="470160"/>
              <a:ext cx="43200" cy="43560"/>
            </a:xfrm>
            <a:custGeom>
              <a:avLst/>
              <a:gdLst/>
              <a:ahLst/>
              <a:cxnLst/>
              <a:rect l="l" t="t" r="r" b="b"/>
              <a:pathLst>
                <a:path w="120" h="121" extrusionOk="0">
                  <a:moveTo>
                    <a:pt x="18" y="103"/>
                  </a:moveTo>
                  <a:cubicBezTo>
                    <a:pt x="41" y="127"/>
                    <a:pt x="79" y="127"/>
                    <a:pt x="102" y="103"/>
                  </a:cubicBezTo>
                  <a:cubicBezTo>
                    <a:pt x="126" y="79"/>
                    <a:pt x="126" y="41"/>
                    <a:pt x="102" y="17"/>
                  </a:cubicBezTo>
                  <a:cubicBezTo>
                    <a:pt x="79" y="-6"/>
                    <a:pt x="41" y="-6"/>
                    <a:pt x="18" y="17"/>
                  </a:cubicBezTo>
                  <a:cubicBezTo>
                    <a:pt x="-6" y="41"/>
                    <a:pt x="-6" y="79"/>
                    <a:pt x="18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3363120" y="486000"/>
              <a:ext cx="163440" cy="87480"/>
            </a:xfrm>
            <a:custGeom>
              <a:avLst/>
              <a:gdLst/>
              <a:ahLst/>
              <a:cxnLst/>
              <a:rect l="l" t="t" r="r" b="b"/>
              <a:pathLst>
                <a:path w="454" h="243" extrusionOk="0">
                  <a:moveTo>
                    <a:pt x="437" y="243"/>
                  </a:moveTo>
                  <a:lnTo>
                    <a:pt x="388" y="23"/>
                  </a:lnTo>
                  <a:lnTo>
                    <a:pt x="5" y="138"/>
                  </a:lnTo>
                  <a:lnTo>
                    <a:pt x="0" y="121"/>
                  </a:lnTo>
                  <a:lnTo>
                    <a:pt x="401" y="0"/>
                  </a:lnTo>
                  <a:lnTo>
                    <a:pt x="454" y="239"/>
                  </a:lnTo>
                  <a:lnTo>
                    <a:pt x="437" y="24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2475" rIns="90000" bIns="42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4"/>
            <p:cNvSpPr/>
            <p:nvPr/>
          </p:nvSpPr>
          <p:spPr>
            <a:xfrm>
              <a:off x="3459960" y="508320"/>
              <a:ext cx="69120" cy="81720"/>
            </a:xfrm>
            <a:custGeom>
              <a:avLst/>
              <a:gdLst/>
              <a:ahLst/>
              <a:cxnLst/>
              <a:rect l="l" t="t" r="r" b="b"/>
              <a:pathLst>
                <a:path w="192" h="227" extrusionOk="0">
                  <a:moveTo>
                    <a:pt x="180" y="218"/>
                  </a:moveTo>
                  <a:lnTo>
                    <a:pt x="183" y="215"/>
                  </a:lnTo>
                  <a:cubicBezTo>
                    <a:pt x="194" y="204"/>
                    <a:pt x="194" y="184"/>
                    <a:pt x="183" y="173"/>
                  </a:cubicBezTo>
                  <a:lnTo>
                    <a:pt x="88" y="2"/>
                  </a:lnTo>
                  <a:cubicBezTo>
                    <a:pt x="77" y="-9"/>
                    <a:pt x="24" y="32"/>
                    <a:pt x="12" y="44"/>
                  </a:cubicBezTo>
                  <a:lnTo>
                    <a:pt x="9" y="46"/>
                  </a:lnTo>
                  <a:cubicBezTo>
                    <a:pt x="-2" y="58"/>
                    <a:pt x="-2" y="77"/>
                    <a:pt x="9" y="89"/>
                  </a:cubicBezTo>
                  <a:lnTo>
                    <a:pt x="137" y="218"/>
                  </a:lnTo>
                  <a:cubicBezTo>
                    <a:pt x="149" y="230"/>
                    <a:pt x="168" y="230"/>
                    <a:pt x="180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3467520" y="496440"/>
              <a:ext cx="41760" cy="42480"/>
            </a:xfrm>
            <a:custGeom>
              <a:avLst/>
              <a:gdLst/>
              <a:ahLst/>
              <a:cxnLst/>
              <a:rect l="l" t="t" r="r" b="b"/>
              <a:pathLst>
                <a:path w="116" h="118" extrusionOk="0">
                  <a:moveTo>
                    <a:pt x="29" y="118"/>
                  </a:moveTo>
                  <a:lnTo>
                    <a:pt x="116" y="30"/>
                  </a:lnTo>
                  <a:lnTo>
                    <a:pt x="87" y="0"/>
                  </a:lnTo>
                  <a:lnTo>
                    <a:pt x="0" y="88"/>
                  </a:lnTo>
                  <a:lnTo>
                    <a:pt x="29" y="11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2725560" y="1190880"/>
              <a:ext cx="549000" cy="164880"/>
            </a:xfrm>
            <a:custGeom>
              <a:avLst/>
              <a:gdLst/>
              <a:ahLst/>
              <a:cxnLst/>
              <a:rect l="l" t="t" r="r" b="b"/>
              <a:pathLst>
                <a:path w="1525" h="458" extrusionOk="0">
                  <a:moveTo>
                    <a:pt x="0" y="458"/>
                  </a:moveTo>
                  <a:lnTo>
                    <a:pt x="1525" y="458"/>
                  </a:lnTo>
                  <a:lnTo>
                    <a:pt x="1355" y="0"/>
                  </a:lnTo>
                  <a:lnTo>
                    <a:pt x="170" y="0"/>
                  </a:lnTo>
                  <a:lnTo>
                    <a:pt x="0" y="4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2749680" y="1200240"/>
              <a:ext cx="59760" cy="144720"/>
            </a:xfrm>
            <a:custGeom>
              <a:avLst/>
              <a:gdLst/>
              <a:ahLst/>
              <a:cxnLst/>
              <a:rect l="l" t="t" r="r" b="b"/>
              <a:pathLst>
                <a:path w="166" h="402" extrusionOk="0">
                  <a:moveTo>
                    <a:pt x="166" y="0"/>
                  </a:moveTo>
                  <a:lnTo>
                    <a:pt x="166" y="402"/>
                  </a:lnTo>
                  <a:lnTo>
                    <a:pt x="0" y="402"/>
                  </a:lnTo>
                  <a:lnTo>
                    <a:pt x="13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4"/>
            <p:cNvSpPr/>
            <p:nvPr/>
          </p:nvSpPr>
          <p:spPr>
            <a:xfrm>
              <a:off x="3074400" y="120024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323" y="0"/>
                  </a:moveTo>
                  <a:lnTo>
                    <a:pt x="323" y="380"/>
                  </a:lnTo>
                  <a:lnTo>
                    <a:pt x="0" y="402"/>
                  </a:lnTo>
                  <a:lnTo>
                    <a:pt x="488" y="402"/>
                  </a:lnTo>
                  <a:lnTo>
                    <a:pt x="350" y="0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4"/>
            <p:cNvSpPr/>
            <p:nvPr/>
          </p:nvSpPr>
          <p:spPr>
            <a:xfrm>
              <a:off x="2809440" y="1200960"/>
              <a:ext cx="175680" cy="144720"/>
            </a:xfrm>
            <a:custGeom>
              <a:avLst/>
              <a:gdLst/>
              <a:ahLst/>
              <a:cxnLst/>
              <a:rect l="l" t="t" r="r" b="b"/>
              <a:pathLst>
                <a:path w="488" h="402" extrusionOk="0">
                  <a:moveTo>
                    <a:pt x="488" y="0"/>
                  </a:moveTo>
                  <a:lnTo>
                    <a:pt x="488" y="402"/>
                  </a:lnTo>
                  <a:lnTo>
                    <a:pt x="0" y="400"/>
                  </a:lnTo>
                  <a:lnTo>
                    <a:pt x="329" y="378"/>
                  </a:lnTo>
                  <a:lnTo>
                    <a:pt x="428" y="0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3015000" y="1200960"/>
              <a:ext cx="59400" cy="144720"/>
            </a:xfrm>
            <a:custGeom>
              <a:avLst/>
              <a:gdLst/>
              <a:ahLst/>
              <a:cxnLst/>
              <a:rect l="l" t="t" r="r" b="b"/>
              <a:pathLst>
                <a:path w="165" h="402" extrusionOk="0">
                  <a:moveTo>
                    <a:pt x="0" y="0"/>
                  </a:moveTo>
                  <a:lnTo>
                    <a:pt x="0" y="402"/>
                  </a:lnTo>
                  <a:lnTo>
                    <a:pt x="165" y="400"/>
                  </a:lnTo>
                  <a:lnTo>
                    <a:pt x="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4"/>
            <p:cNvSpPr/>
            <p:nvPr/>
          </p:nvSpPr>
          <p:spPr>
            <a:xfrm>
              <a:off x="3036600" y="1200240"/>
              <a:ext cx="163800" cy="9720"/>
            </a:xfrm>
            <a:custGeom>
              <a:avLst/>
              <a:gdLst/>
              <a:ahLst/>
              <a:cxnLst/>
              <a:rect l="l" t="t" r="r" b="b"/>
              <a:pathLst>
                <a:path w="455" h="27" extrusionOk="0">
                  <a:moveTo>
                    <a:pt x="455" y="0"/>
                  </a:moveTo>
                  <a:lnTo>
                    <a:pt x="0" y="2"/>
                  </a:lnTo>
                  <a:lnTo>
                    <a:pt x="6" y="27"/>
                  </a:lnTo>
                  <a:lnTo>
                    <a:pt x="428" y="27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2779560" y="1190880"/>
              <a:ext cx="441000" cy="10080"/>
            </a:xfrm>
            <a:custGeom>
              <a:avLst/>
              <a:gdLst/>
              <a:ahLst/>
              <a:cxnLst/>
              <a:rect l="l" t="t" r="r" b="b"/>
              <a:pathLst>
                <a:path w="1225" h="28" extrusionOk="0">
                  <a:moveTo>
                    <a:pt x="1225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225" y="0"/>
                  </a:lnTo>
                  <a:lnTo>
                    <a:pt x="1225" y="2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4"/>
            <p:cNvSpPr/>
            <p:nvPr/>
          </p:nvSpPr>
          <p:spPr>
            <a:xfrm>
              <a:off x="2719800" y="1345680"/>
              <a:ext cx="559080" cy="10080"/>
            </a:xfrm>
            <a:custGeom>
              <a:avLst/>
              <a:gdLst/>
              <a:ahLst/>
              <a:cxnLst/>
              <a:rect l="l" t="t" r="r" b="b"/>
              <a:pathLst>
                <a:path w="1553" h="28" extrusionOk="0">
                  <a:moveTo>
                    <a:pt x="1553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1553" y="0"/>
                  </a:lnTo>
                  <a:lnTo>
                    <a:pt x="1553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2800800" y="1200960"/>
              <a:ext cx="184320" cy="9000"/>
            </a:xfrm>
            <a:custGeom>
              <a:avLst/>
              <a:gdLst/>
              <a:ahLst/>
              <a:cxnLst/>
              <a:rect l="l" t="t" r="r" b="b"/>
              <a:pathLst>
                <a:path w="512" h="25" extrusionOk="0">
                  <a:moveTo>
                    <a:pt x="0" y="25"/>
                  </a:moveTo>
                  <a:lnTo>
                    <a:pt x="512" y="25"/>
                  </a:lnTo>
                  <a:lnTo>
                    <a:pt x="512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4"/>
            <p:cNvSpPr/>
            <p:nvPr/>
          </p:nvSpPr>
          <p:spPr>
            <a:xfrm>
              <a:off x="2961360" y="1200960"/>
              <a:ext cx="77400" cy="9000"/>
            </a:xfrm>
            <a:custGeom>
              <a:avLst/>
              <a:gdLst/>
              <a:ahLst/>
              <a:cxnLst/>
              <a:rect l="l" t="t" r="r" b="b"/>
              <a:pathLst>
                <a:path w="215" h="25" extrusionOk="0">
                  <a:moveTo>
                    <a:pt x="0" y="25"/>
                  </a:moveTo>
                  <a:lnTo>
                    <a:pt x="66" y="6"/>
                  </a:lnTo>
                  <a:lnTo>
                    <a:pt x="149" y="6"/>
                  </a:lnTo>
                  <a:lnTo>
                    <a:pt x="215" y="25"/>
                  </a:lnTo>
                  <a:lnTo>
                    <a:pt x="209" y="0"/>
                  </a:lnTo>
                  <a:lnTo>
                    <a:pt x="6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4"/>
            <p:cNvSpPr/>
            <p:nvPr/>
          </p:nvSpPr>
          <p:spPr>
            <a:xfrm>
              <a:off x="2782080" y="1200960"/>
              <a:ext cx="27360" cy="9000"/>
            </a:xfrm>
            <a:custGeom>
              <a:avLst/>
              <a:gdLst/>
              <a:ahLst/>
              <a:cxnLst/>
              <a:rect l="l" t="t" r="r" b="b"/>
              <a:pathLst>
                <a:path w="76" h="25" extrusionOk="0">
                  <a:moveTo>
                    <a:pt x="76" y="25"/>
                  </a:moveTo>
                  <a:lnTo>
                    <a:pt x="46" y="6"/>
                  </a:lnTo>
                  <a:lnTo>
                    <a:pt x="0" y="6"/>
                  </a:lnTo>
                  <a:lnTo>
                    <a:pt x="3" y="0"/>
                  </a:lnTo>
                  <a:lnTo>
                    <a:pt x="76" y="0"/>
                  </a:lnTo>
                  <a:lnTo>
                    <a:pt x="76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4"/>
            <p:cNvSpPr/>
            <p:nvPr/>
          </p:nvSpPr>
          <p:spPr>
            <a:xfrm>
              <a:off x="3190680" y="1200960"/>
              <a:ext cx="27000" cy="9000"/>
            </a:xfrm>
            <a:custGeom>
              <a:avLst/>
              <a:gdLst/>
              <a:ahLst/>
              <a:cxnLst/>
              <a:rect l="l" t="t" r="r" b="b"/>
              <a:pathLst>
                <a:path w="75" h="25" extrusionOk="0">
                  <a:moveTo>
                    <a:pt x="0" y="25"/>
                  </a:moveTo>
                  <a:lnTo>
                    <a:pt x="29" y="6"/>
                  </a:lnTo>
                  <a:lnTo>
                    <a:pt x="75" y="6"/>
                  </a:lnTo>
                  <a:lnTo>
                    <a:pt x="73" y="0"/>
                  </a:ln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44"/>
          <p:cNvGrpSpPr/>
          <p:nvPr/>
        </p:nvGrpSpPr>
        <p:grpSpPr>
          <a:xfrm>
            <a:off x="3060115" y="3250145"/>
            <a:ext cx="548178" cy="856075"/>
            <a:chOff x="6819120" y="3013560"/>
            <a:chExt cx="653760" cy="1020960"/>
          </a:xfrm>
        </p:grpSpPr>
        <p:sp>
          <p:nvSpPr>
            <p:cNvPr id="647" name="Google Shape;647;p44"/>
            <p:cNvSpPr/>
            <p:nvPr/>
          </p:nvSpPr>
          <p:spPr>
            <a:xfrm>
              <a:off x="6893280" y="3013560"/>
              <a:ext cx="505440" cy="497160"/>
            </a:xfrm>
            <a:custGeom>
              <a:avLst/>
              <a:gdLst/>
              <a:ahLst/>
              <a:cxnLst/>
              <a:rect l="l" t="t" r="r" b="b"/>
              <a:pathLst>
                <a:path w="1404" h="1381" extrusionOk="0">
                  <a:moveTo>
                    <a:pt x="1404" y="1381"/>
                  </a:moveTo>
                  <a:lnTo>
                    <a:pt x="0" y="1381"/>
                  </a:lnTo>
                  <a:lnTo>
                    <a:pt x="0" y="0"/>
                  </a:lnTo>
                  <a:lnTo>
                    <a:pt x="1404" y="0"/>
                  </a:lnTo>
                  <a:lnTo>
                    <a:pt x="1404" y="13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6949080" y="3058920"/>
              <a:ext cx="255600" cy="10080"/>
            </a:xfrm>
            <a:custGeom>
              <a:avLst/>
              <a:gdLst/>
              <a:ahLst/>
              <a:cxnLst/>
              <a:rect l="l" t="t" r="r" b="b"/>
              <a:pathLst>
                <a:path w="710" h="28" extrusionOk="0">
                  <a:moveTo>
                    <a:pt x="71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4"/>
            <p:cNvSpPr/>
            <p:nvPr/>
          </p:nvSpPr>
          <p:spPr>
            <a:xfrm>
              <a:off x="7076880" y="3457440"/>
              <a:ext cx="255600" cy="9720"/>
            </a:xfrm>
            <a:custGeom>
              <a:avLst/>
              <a:gdLst/>
              <a:ahLst/>
              <a:cxnLst/>
              <a:rect l="l" t="t" r="r" b="b"/>
              <a:pathLst>
                <a:path w="710" h="27" extrusionOk="0">
                  <a:moveTo>
                    <a:pt x="710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710" y="0"/>
                  </a:lnTo>
                  <a:lnTo>
                    <a:pt x="710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6949080" y="3088080"/>
              <a:ext cx="167760" cy="9720"/>
            </a:xfrm>
            <a:custGeom>
              <a:avLst/>
              <a:gdLst/>
              <a:ahLst/>
              <a:cxnLst/>
              <a:rect l="l" t="t" r="r" b="b"/>
              <a:pathLst>
                <a:path w="466" h="27" extrusionOk="0">
                  <a:moveTo>
                    <a:pt x="46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466" y="0"/>
                  </a:lnTo>
                  <a:lnTo>
                    <a:pt x="466" y="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6949080" y="312012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7076880" y="3435840"/>
              <a:ext cx="95040" cy="10080"/>
            </a:xfrm>
            <a:custGeom>
              <a:avLst/>
              <a:gdLst/>
              <a:ahLst/>
              <a:cxnLst/>
              <a:rect l="l" t="t" r="r" b="b"/>
              <a:pathLst>
                <a:path w="264" h="28" extrusionOk="0">
                  <a:moveTo>
                    <a:pt x="264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264" y="0"/>
                  </a:lnTo>
                  <a:lnTo>
                    <a:pt x="264" y="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4"/>
            <p:cNvSpPr/>
            <p:nvPr/>
          </p:nvSpPr>
          <p:spPr>
            <a:xfrm>
              <a:off x="7130880" y="3013560"/>
              <a:ext cx="46440" cy="202320"/>
            </a:xfrm>
            <a:custGeom>
              <a:avLst/>
              <a:gdLst/>
              <a:ahLst/>
              <a:cxnLst/>
              <a:rect l="l" t="t" r="r" b="b"/>
              <a:pathLst>
                <a:path w="129" h="562" extrusionOk="0">
                  <a:moveTo>
                    <a:pt x="99" y="555"/>
                  </a:moveTo>
                  <a:lnTo>
                    <a:pt x="99" y="555"/>
                  </a:lnTo>
                  <a:cubicBezTo>
                    <a:pt x="96" y="554"/>
                    <a:pt x="93" y="554"/>
                    <a:pt x="90" y="555"/>
                  </a:cubicBezTo>
                  <a:lnTo>
                    <a:pt x="59" y="561"/>
                  </a:lnTo>
                  <a:cubicBezTo>
                    <a:pt x="56" y="562"/>
                    <a:pt x="53" y="562"/>
                    <a:pt x="50" y="561"/>
                  </a:cubicBezTo>
                  <a:lnTo>
                    <a:pt x="25" y="558"/>
                  </a:lnTo>
                  <a:cubicBezTo>
                    <a:pt x="23" y="558"/>
                    <a:pt x="20" y="558"/>
                    <a:pt x="17" y="559"/>
                  </a:cubicBezTo>
                  <a:lnTo>
                    <a:pt x="0" y="562"/>
                  </a:lnTo>
                  <a:lnTo>
                    <a:pt x="0" y="0"/>
                  </a:lnTo>
                  <a:lnTo>
                    <a:pt x="129" y="0"/>
                  </a:lnTo>
                  <a:lnTo>
                    <a:pt x="129" y="529"/>
                  </a:lnTo>
                  <a:cubicBezTo>
                    <a:pt x="129" y="545"/>
                    <a:pt x="115" y="557"/>
                    <a:pt x="99" y="5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4"/>
            <p:cNvSpPr/>
            <p:nvPr/>
          </p:nvSpPr>
          <p:spPr>
            <a:xfrm>
              <a:off x="7299720" y="3196080"/>
              <a:ext cx="88920" cy="38880"/>
            </a:xfrm>
            <a:custGeom>
              <a:avLst/>
              <a:gdLst/>
              <a:ahLst/>
              <a:cxnLst/>
              <a:rect l="l" t="t" r="r" b="b"/>
              <a:pathLst>
                <a:path w="247" h="108" extrusionOk="0">
                  <a:moveTo>
                    <a:pt x="26" y="108"/>
                  </a:moveTo>
                  <a:lnTo>
                    <a:pt x="221" y="108"/>
                  </a:lnTo>
                  <a:cubicBezTo>
                    <a:pt x="235" y="108"/>
                    <a:pt x="247" y="96"/>
                    <a:pt x="247" y="82"/>
                  </a:cubicBezTo>
                  <a:lnTo>
                    <a:pt x="247" y="26"/>
                  </a:lnTo>
                  <a:cubicBezTo>
                    <a:pt x="247" y="12"/>
                    <a:pt x="235" y="0"/>
                    <a:pt x="221" y="0"/>
                  </a:cubicBezTo>
                  <a:lnTo>
                    <a:pt x="26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82"/>
                  </a:lnTo>
                  <a:cubicBezTo>
                    <a:pt x="0" y="96"/>
                    <a:pt x="12" y="108"/>
                    <a:pt x="26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4"/>
            <p:cNvSpPr/>
            <p:nvPr/>
          </p:nvSpPr>
          <p:spPr>
            <a:xfrm>
              <a:off x="6949080" y="3364560"/>
              <a:ext cx="48960" cy="48960"/>
            </a:xfrm>
            <a:custGeom>
              <a:avLst/>
              <a:gdLst/>
              <a:ahLst/>
              <a:cxnLst/>
              <a:rect l="l" t="t" r="r" b="b"/>
              <a:pathLst>
                <a:path w="136" h="136" extrusionOk="0">
                  <a:moveTo>
                    <a:pt x="96" y="136"/>
                  </a:moveTo>
                  <a:lnTo>
                    <a:pt x="39" y="136"/>
                  </a:lnTo>
                  <a:cubicBezTo>
                    <a:pt x="17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7"/>
                    <a:pt x="136" y="39"/>
                  </a:cubicBezTo>
                  <a:lnTo>
                    <a:pt x="136" y="96"/>
                  </a:lnTo>
                  <a:cubicBezTo>
                    <a:pt x="136" y="118"/>
                    <a:pt x="118" y="136"/>
                    <a:pt x="96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4"/>
            <p:cNvSpPr/>
            <p:nvPr/>
          </p:nvSpPr>
          <p:spPr>
            <a:xfrm>
              <a:off x="7005960" y="3364560"/>
              <a:ext cx="49320" cy="48960"/>
            </a:xfrm>
            <a:custGeom>
              <a:avLst/>
              <a:gdLst/>
              <a:ahLst/>
              <a:cxnLst/>
              <a:rect l="l" t="t" r="r" b="b"/>
              <a:pathLst>
                <a:path w="137" h="136" extrusionOk="0">
                  <a:moveTo>
                    <a:pt x="97" y="136"/>
                  </a:moveTo>
                  <a:lnTo>
                    <a:pt x="40" y="136"/>
                  </a:lnTo>
                  <a:cubicBezTo>
                    <a:pt x="18" y="136"/>
                    <a:pt x="0" y="118"/>
                    <a:pt x="0" y="96"/>
                  </a:cubicBezTo>
                  <a:lnTo>
                    <a:pt x="0" y="39"/>
                  </a:lnTo>
                  <a:cubicBezTo>
                    <a:pt x="0" y="17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7"/>
                    <a:pt x="137" y="39"/>
                  </a:cubicBezTo>
                  <a:lnTo>
                    <a:pt x="137" y="96"/>
                  </a:lnTo>
                  <a:cubicBezTo>
                    <a:pt x="137" y="118"/>
                    <a:pt x="119" y="136"/>
                    <a:pt x="97" y="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3950" rIns="90000" bIns="39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4"/>
            <p:cNvSpPr/>
            <p:nvPr/>
          </p:nvSpPr>
          <p:spPr>
            <a:xfrm>
              <a:off x="6949080" y="3421080"/>
              <a:ext cx="48960" cy="49320"/>
            </a:xfrm>
            <a:custGeom>
              <a:avLst/>
              <a:gdLst/>
              <a:ahLst/>
              <a:cxnLst/>
              <a:rect l="l" t="t" r="r" b="b"/>
              <a:pathLst>
                <a:path w="136" h="137" extrusionOk="0">
                  <a:moveTo>
                    <a:pt x="96" y="137"/>
                  </a:moveTo>
                  <a:lnTo>
                    <a:pt x="39" y="137"/>
                  </a:lnTo>
                  <a:cubicBezTo>
                    <a:pt x="17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7" y="0"/>
                    <a:pt x="39" y="0"/>
                  </a:cubicBezTo>
                  <a:lnTo>
                    <a:pt x="96" y="0"/>
                  </a:lnTo>
                  <a:cubicBezTo>
                    <a:pt x="118" y="0"/>
                    <a:pt x="136" y="18"/>
                    <a:pt x="136" y="40"/>
                  </a:cubicBezTo>
                  <a:lnTo>
                    <a:pt x="136" y="97"/>
                  </a:lnTo>
                  <a:cubicBezTo>
                    <a:pt x="136" y="119"/>
                    <a:pt x="118" y="137"/>
                    <a:pt x="96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4"/>
            <p:cNvSpPr/>
            <p:nvPr/>
          </p:nvSpPr>
          <p:spPr>
            <a:xfrm>
              <a:off x="7005960" y="3421080"/>
              <a:ext cx="49320" cy="49320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97" y="137"/>
                  </a:moveTo>
                  <a:lnTo>
                    <a:pt x="40" y="137"/>
                  </a:lnTo>
                  <a:cubicBezTo>
                    <a:pt x="18" y="137"/>
                    <a:pt x="0" y="119"/>
                    <a:pt x="0" y="97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lnTo>
                    <a:pt x="97" y="0"/>
                  </a:lnTo>
                  <a:cubicBezTo>
                    <a:pt x="119" y="0"/>
                    <a:pt x="137" y="18"/>
                    <a:pt x="137" y="40"/>
                  </a:cubicBezTo>
                  <a:lnTo>
                    <a:pt x="137" y="97"/>
                  </a:lnTo>
                  <a:cubicBezTo>
                    <a:pt x="137" y="119"/>
                    <a:pt x="119" y="137"/>
                    <a:pt x="97" y="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300" rIns="90000" bIns="43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4"/>
            <p:cNvSpPr/>
            <p:nvPr/>
          </p:nvSpPr>
          <p:spPr>
            <a:xfrm>
              <a:off x="684756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5" y="308"/>
                  </a:moveTo>
                  <a:lnTo>
                    <a:pt x="65" y="308"/>
                  </a:lnTo>
                  <a:cubicBezTo>
                    <a:pt x="29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29" y="0"/>
                    <a:pt x="65" y="0"/>
                  </a:cubicBezTo>
                  <a:cubicBezTo>
                    <a:pt x="101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1" y="308"/>
                    <a:pt x="65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4"/>
            <p:cNvSpPr/>
            <p:nvPr/>
          </p:nvSpPr>
          <p:spPr>
            <a:xfrm>
              <a:off x="7397280" y="3923640"/>
              <a:ext cx="47160" cy="110880"/>
            </a:xfrm>
            <a:custGeom>
              <a:avLst/>
              <a:gdLst/>
              <a:ahLst/>
              <a:cxnLst/>
              <a:rect l="l" t="t" r="r" b="b"/>
              <a:pathLst>
                <a:path w="131" h="308" extrusionOk="0">
                  <a:moveTo>
                    <a:pt x="66" y="308"/>
                  </a:moveTo>
                  <a:lnTo>
                    <a:pt x="66" y="308"/>
                  </a:lnTo>
                  <a:cubicBezTo>
                    <a:pt x="30" y="308"/>
                    <a:pt x="0" y="279"/>
                    <a:pt x="0" y="243"/>
                  </a:cubicBezTo>
                  <a:lnTo>
                    <a:pt x="0" y="65"/>
                  </a:lnTo>
                  <a:cubicBezTo>
                    <a:pt x="0" y="29"/>
                    <a:pt x="30" y="0"/>
                    <a:pt x="66" y="0"/>
                  </a:cubicBezTo>
                  <a:cubicBezTo>
                    <a:pt x="102" y="0"/>
                    <a:pt x="131" y="29"/>
                    <a:pt x="131" y="65"/>
                  </a:cubicBezTo>
                  <a:lnTo>
                    <a:pt x="131" y="243"/>
                  </a:lnTo>
                  <a:cubicBezTo>
                    <a:pt x="131" y="279"/>
                    <a:pt x="102" y="308"/>
                    <a:pt x="66" y="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4"/>
            <p:cNvSpPr/>
            <p:nvPr/>
          </p:nvSpPr>
          <p:spPr>
            <a:xfrm>
              <a:off x="6819120" y="3690000"/>
              <a:ext cx="653760" cy="279360"/>
            </a:xfrm>
            <a:custGeom>
              <a:avLst/>
              <a:gdLst/>
              <a:ahLst/>
              <a:cxnLst/>
              <a:rect l="l" t="t" r="r" b="b"/>
              <a:pathLst>
                <a:path w="1816" h="776" extrusionOk="0">
                  <a:moveTo>
                    <a:pt x="1751" y="776"/>
                  </a:moveTo>
                  <a:lnTo>
                    <a:pt x="65" y="776"/>
                  </a:lnTo>
                  <a:cubicBezTo>
                    <a:pt x="29" y="776"/>
                    <a:pt x="0" y="747"/>
                    <a:pt x="0" y="711"/>
                  </a:cubicBezTo>
                  <a:lnTo>
                    <a:pt x="0" y="0"/>
                  </a:lnTo>
                  <a:lnTo>
                    <a:pt x="1816" y="0"/>
                  </a:lnTo>
                  <a:lnTo>
                    <a:pt x="1816" y="711"/>
                  </a:lnTo>
                  <a:cubicBezTo>
                    <a:pt x="1816" y="747"/>
                    <a:pt x="1787" y="776"/>
                    <a:pt x="1751" y="7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4"/>
            <p:cNvSpPr/>
            <p:nvPr/>
          </p:nvSpPr>
          <p:spPr>
            <a:xfrm>
              <a:off x="6819120" y="3627720"/>
              <a:ext cx="653760" cy="62280"/>
            </a:xfrm>
            <a:custGeom>
              <a:avLst/>
              <a:gdLst/>
              <a:ahLst/>
              <a:cxnLst/>
              <a:rect l="l" t="t" r="r" b="b"/>
              <a:pathLst>
                <a:path w="1816" h="173" extrusionOk="0">
                  <a:moveTo>
                    <a:pt x="1816" y="173"/>
                  </a:moveTo>
                  <a:lnTo>
                    <a:pt x="0" y="173"/>
                  </a:lnTo>
                  <a:lnTo>
                    <a:pt x="0" y="56"/>
                  </a:lnTo>
                  <a:cubicBezTo>
                    <a:pt x="0" y="25"/>
                    <a:pt x="26" y="0"/>
                    <a:pt x="57" y="0"/>
                  </a:cubicBezTo>
                  <a:lnTo>
                    <a:pt x="1759" y="0"/>
                  </a:lnTo>
                  <a:cubicBezTo>
                    <a:pt x="1790" y="0"/>
                    <a:pt x="1816" y="25"/>
                    <a:pt x="1816" y="56"/>
                  </a:cubicBezTo>
                  <a:lnTo>
                    <a:pt x="1816" y="17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275" rIns="90000" bIns="17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4"/>
            <p:cNvSpPr/>
            <p:nvPr/>
          </p:nvSpPr>
          <p:spPr>
            <a:xfrm>
              <a:off x="6836400" y="3565080"/>
              <a:ext cx="617400" cy="62640"/>
            </a:xfrm>
            <a:custGeom>
              <a:avLst/>
              <a:gdLst/>
              <a:ahLst/>
              <a:cxnLst/>
              <a:rect l="l" t="t" r="r" b="b"/>
              <a:pathLst>
                <a:path w="1715" h="174" extrusionOk="0">
                  <a:moveTo>
                    <a:pt x="1715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1715" y="0"/>
                  </a:lnTo>
                  <a:lnTo>
                    <a:pt x="1715" y="1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4"/>
            <p:cNvSpPr/>
            <p:nvPr/>
          </p:nvSpPr>
          <p:spPr>
            <a:xfrm>
              <a:off x="6819120" y="3502440"/>
              <a:ext cx="653760" cy="62640"/>
            </a:xfrm>
            <a:custGeom>
              <a:avLst/>
              <a:gdLst/>
              <a:ahLst/>
              <a:cxnLst/>
              <a:rect l="l" t="t" r="r" b="b"/>
              <a:pathLst>
                <a:path w="1816" h="174" extrusionOk="0">
                  <a:moveTo>
                    <a:pt x="1761" y="174"/>
                  </a:moveTo>
                  <a:lnTo>
                    <a:pt x="54" y="174"/>
                  </a:lnTo>
                  <a:cubicBezTo>
                    <a:pt x="25" y="174"/>
                    <a:pt x="0" y="150"/>
                    <a:pt x="0" y="120"/>
                  </a:cubicBezTo>
                  <a:lnTo>
                    <a:pt x="0" y="54"/>
                  </a:lnTo>
                  <a:cubicBezTo>
                    <a:pt x="0" y="24"/>
                    <a:pt x="25" y="0"/>
                    <a:pt x="54" y="0"/>
                  </a:cubicBezTo>
                  <a:lnTo>
                    <a:pt x="1761" y="0"/>
                  </a:lnTo>
                  <a:cubicBezTo>
                    <a:pt x="1791" y="0"/>
                    <a:pt x="1816" y="24"/>
                    <a:pt x="1816" y="54"/>
                  </a:cubicBezTo>
                  <a:lnTo>
                    <a:pt x="1816" y="120"/>
                  </a:lnTo>
                  <a:cubicBezTo>
                    <a:pt x="1816" y="150"/>
                    <a:pt x="1791" y="174"/>
                    <a:pt x="1761" y="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4"/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575" y="262"/>
                  </a:moveTo>
                  <a:lnTo>
                    <a:pt x="0" y="262"/>
                  </a:lnTo>
                  <a:lnTo>
                    <a:pt x="0" y="0"/>
                  </a:lnTo>
                  <a:lnTo>
                    <a:pt x="575" y="0"/>
                  </a:lnTo>
                  <a:lnTo>
                    <a:pt x="575" y="26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4"/>
            <p:cNvSpPr/>
            <p:nvPr/>
          </p:nvSpPr>
          <p:spPr>
            <a:xfrm>
              <a:off x="7071840" y="3768120"/>
              <a:ext cx="150120" cy="61200"/>
            </a:xfrm>
            <a:custGeom>
              <a:avLst/>
              <a:gdLst/>
              <a:ahLst/>
              <a:cxnLst/>
              <a:rect l="l" t="t" r="r" b="b"/>
              <a:pathLst>
                <a:path w="417" h="170" extrusionOk="0">
                  <a:moveTo>
                    <a:pt x="417" y="170"/>
                  </a:moveTo>
                  <a:lnTo>
                    <a:pt x="0" y="170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16200" rIns="90000" bIns="16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4"/>
            <p:cNvSpPr/>
            <p:nvPr/>
          </p:nvSpPr>
          <p:spPr>
            <a:xfrm>
              <a:off x="7071840" y="3565080"/>
              <a:ext cx="150120" cy="62640"/>
            </a:xfrm>
            <a:custGeom>
              <a:avLst/>
              <a:gdLst/>
              <a:ahLst/>
              <a:cxnLst/>
              <a:rect l="l" t="t" r="r" b="b"/>
              <a:pathLst>
                <a:path w="417" h="174" extrusionOk="0">
                  <a:moveTo>
                    <a:pt x="417" y="174"/>
                  </a:moveTo>
                  <a:lnTo>
                    <a:pt x="0" y="174"/>
                  </a:lnTo>
                  <a:lnTo>
                    <a:pt x="0" y="0"/>
                  </a:lnTo>
                  <a:lnTo>
                    <a:pt x="417" y="0"/>
                  </a:lnTo>
                  <a:lnTo>
                    <a:pt x="417" y="1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17625" rIns="90000" bIns="176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4"/>
            <p:cNvSpPr/>
            <p:nvPr/>
          </p:nvSpPr>
          <p:spPr>
            <a:xfrm>
              <a:off x="7124400" y="3573720"/>
              <a:ext cx="45000" cy="45000"/>
            </a:xfrm>
            <a:custGeom>
              <a:avLst/>
              <a:gdLst/>
              <a:ahLst/>
              <a:cxnLst/>
              <a:rect l="l" t="t" r="r" b="b"/>
              <a:pathLst>
                <a:path w="125" h="125" extrusionOk="0">
                  <a:moveTo>
                    <a:pt x="125" y="63"/>
                  </a:moveTo>
                  <a:cubicBezTo>
                    <a:pt x="125" y="97"/>
                    <a:pt x="97" y="125"/>
                    <a:pt x="63" y="125"/>
                  </a:cubicBezTo>
                  <a:cubicBezTo>
                    <a:pt x="28" y="125"/>
                    <a:pt x="0" y="97"/>
                    <a:pt x="0" y="63"/>
                  </a:cubicBezTo>
                  <a:cubicBezTo>
                    <a:pt x="0" y="28"/>
                    <a:pt x="28" y="0"/>
                    <a:pt x="63" y="0"/>
                  </a:cubicBezTo>
                  <a:cubicBezTo>
                    <a:pt x="97" y="0"/>
                    <a:pt x="125" y="28"/>
                    <a:pt x="125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4"/>
            <p:cNvSpPr/>
            <p:nvPr/>
          </p:nvSpPr>
          <p:spPr>
            <a:xfrm>
              <a:off x="6836400" y="3565080"/>
              <a:ext cx="617400" cy="31320"/>
            </a:xfrm>
            <a:custGeom>
              <a:avLst/>
              <a:gdLst/>
              <a:ahLst/>
              <a:cxnLst/>
              <a:rect l="l" t="t" r="r" b="b"/>
              <a:pathLst>
                <a:path w="1715" h="87" extrusionOk="0">
                  <a:moveTo>
                    <a:pt x="1713" y="0"/>
                  </a:moveTo>
                  <a:lnTo>
                    <a:pt x="1715" y="24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7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4"/>
            <p:cNvSpPr/>
            <p:nvPr/>
          </p:nvSpPr>
          <p:spPr>
            <a:xfrm>
              <a:off x="7116480" y="3777840"/>
              <a:ext cx="88560" cy="39960"/>
            </a:xfrm>
            <a:custGeom>
              <a:avLst/>
              <a:gdLst/>
              <a:ahLst/>
              <a:cxnLst/>
              <a:rect l="l" t="t" r="r" b="b"/>
              <a:pathLst>
                <a:path w="246" h="111" extrusionOk="0">
                  <a:moveTo>
                    <a:pt x="246" y="111"/>
                  </a:moveTo>
                  <a:lnTo>
                    <a:pt x="0" y="111"/>
                  </a:lnTo>
                  <a:lnTo>
                    <a:pt x="0" y="0"/>
                  </a:lnTo>
                  <a:lnTo>
                    <a:pt x="246" y="0"/>
                  </a:lnTo>
                  <a:lnTo>
                    <a:pt x="246" y="1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4"/>
            <p:cNvSpPr/>
            <p:nvPr/>
          </p:nvSpPr>
          <p:spPr>
            <a:xfrm>
              <a:off x="6819120" y="3690000"/>
              <a:ext cx="653760" cy="31320"/>
            </a:xfrm>
            <a:custGeom>
              <a:avLst/>
              <a:gdLst/>
              <a:ahLst/>
              <a:cxnLst/>
              <a:rect l="l" t="t" r="r" b="b"/>
              <a:pathLst>
                <a:path w="1816" h="87" extrusionOk="0">
                  <a:moveTo>
                    <a:pt x="1815" y="0"/>
                  </a:moveTo>
                  <a:lnTo>
                    <a:pt x="1816" y="32"/>
                  </a:lnTo>
                  <a:lnTo>
                    <a:pt x="0" y="87"/>
                  </a:lnTo>
                  <a:lnTo>
                    <a:pt x="0" y="0"/>
                  </a:lnTo>
                  <a:lnTo>
                    <a:pt x="1815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4"/>
            <p:cNvSpPr/>
            <p:nvPr/>
          </p:nvSpPr>
          <p:spPr>
            <a:xfrm>
              <a:off x="7043400" y="3751560"/>
              <a:ext cx="207000" cy="94320"/>
            </a:xfrm>
            <a:custGeom>
              <a:avLst/>
              <a:gdLst/>
              <a:ahLst/>
              <a:cxnLst/>
              <a:rect l="l" t="t" r="r" b="b"/>
              <a:pathLst>
                <a:path w="575" h="262" extrusionOk="0">
                  <a:moveTo>
                    <a:pt x="0" y="0"/>
                  </a:moveTo>
                  <a:lnTo>
                    <a:pt x="575" y="262"/>
                  </a:lnTo>
                  <a:lnTo>
                    <a:pt x="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4"/>
            <p:cNvSpPr/>
            <p:nvPr/>
          </p:nvSpPr>
          <p:spPr>
            <a:xfrm>
              <a:off x="7137360" y="358668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4"/>
            <p:cNvSpPr/>
            <p:nvPr/>
          </p:nvSpPr>
          <p:spPr>
            <a:xfrm>
              <a:off x="7086960" y="3798720"/>
              <a:ext cx="19080" cy="19080"/>
            </a:xfrm>
            <a:custGeom>
              <a:avLst/>
              <a:gdLst/>
              <a:ahLst/>
              <a:cxnLst/>
              <a:rect l="l" t="t" r="r" b="b"/>
              <a:pathLst>
                <a:path w="53" h="53" extrusionOk="0">
                  <a:moveTo>
                    <a:pt x="53" y="27"/>
                  </a:moveTo>
                  <a:cubicBezTo>
                    <a:pt x="53" y="41"/>
                    <a:pt x="41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44"/>
          <p:cNvGrpSpPr/>
          <p:nvPr/>
        </p:nvGrpSpPr>
        <p:grpSpPr>
          <a:xfrm>
            <a:off x="997445" y="1488877"/>
            <a:ext cx="719674" cy="857935"/>
            <a:chOff x="2743920" y="1646640"/>
            <a:chExt cx="867600" cy="1034280"/>
          </a:xfrm>
        </p:grpSpPr>
        <p:sp>
          <p:nvSpPr>
            <p:cNvPr id="676" name="Google Shape;676;p44"/>
            <p:cNvSpPr/>
            <p:nvPr/>
          </p:nvSpPr>
          <p:spPr>
            <a:xfrm>
              <a:off x="3375000" y="2154240"/>
              <a:ext cx="236520" cy="232920"/>
            </a:xfrm>
            <a:custGeom>
              <a:avLst/>
              <a:gdLst/>
              <a:ahLst/>
              <a:cxnLst/>
              <a:rect l="l" t="t" r="r" b="b"/>
              <a:pathLst>
                <a:path w="657" h="647" extrusionOk="0">
                  <a:moveTo>
                    <a:pt x="657" y="647"/>
                  </a:moveTo>
                  <a:lnTo>
                    <a:pt x="0" y="647"/>
                  </a:lnTo>
                  <a:lnTo>
                    <a:pt x="0" y="0"/>
                  </a:lnTo>
                  <a:lnTo>
                    <a:pt x="657" y="0"/>
                  </a:lnTo>
                  <a:lnTo>
                    <a:pt x="657" y="6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4"/>
            <p:cNvSpPr/>
            <p:nvPr/>
          </p:nvSpPr>
          <p:spPr>
            <a:xfrm>
              <a:off x="3401280" y="217548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4"/>
            <p:cNvSpPr/>
            <p:nvPr/>
          </p:nvSpPr>
          <p:spPr>
            <a:xfrm>
              <a:off x="3461040" y="2362320"/>
              <a:ext cx="119520" cy="4680"/>
            </a:xfrm>
            <a:custGeom>
              <a:avLst/>
              <a:gdLst/>
              <a:ahLst/>
              <a:cxnLst/>
              <a:rect l="l" t="t" r="r" b="b"/>
              <a:pathLst>
                <a:path w="332" h="13" extrusionOk="0">
                  <a:moveTo>
                    <a:pt x="332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332" y="0"/>
                  </a:lnTo>
                  <a:lnTo>
                    <a:pt x="332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4"/>
            <p:cNvSpPr/>
            <p:nvPr/>
          </p:nvSpPr>
          <p:spPr>
            <a:xfrm>
              <a:off x="3401280" y="2189160"/>
              <a:ext cx="78480" cy="4680"/>
            </a:xfrm>
            <a:custGeom>
              <a:avLst/>
              <a:gdLst/>
              <a:ahLst/>
              <a:cxnLst/>
              <a:rect l="l" t="t" r="r" b="b"/>
              <a:pathLst>
                <a:path w="218" h="13" extrusionOk="0">
                  <a:moveTo>
                    <a:pt x="218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218" y="0"/>
                  </a:lnTo>
                  <a:lnTo>
                    <a:pt x="218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4"/>
            <p:cNvSpPr/>
            <p:nvPr/>
          </p:nvSpPr>
          <p:spPr>
            <a:xfrm>
              <a:off x="3401280" y="220428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44"/>
            <p:cNvSpPr/>
            <p:nvPr/>
          </p:nvSpPr>
          <p:spPr>
            <a:xfrm>
              <a:off x="3461040" y="2352240"/>
              <a:ext cx="44280" cy="4680"/>
            </a:xfrm>
            <a:custGeom>
              <a:avLst/>
              <a:gdLst/>
              <a:ahLst/>
              <a:cxnLst/>
              <a:rect l="l" t="t" r="r" b="b"/>
              <a:pathLst>
                <a:path w="123" h="13" extrusionOk="0">
                  <a:moveTo>
                    <a:pt x="123" y="13"/>
                  </a:moveTo>
                  <a:lnTo>
                    <a:pt x="0" y="13"/>
                  </a:lnTo>
                  <a:lnTo>
                    <a:pt x="0" y="0"/>
                  </a:lnTo>
                  <a:lnTo>
                    <a:pt x="123" y="0"/>
                  </a:lnTo>
                  <a:lnTo>
                    <a:pt x="123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3486600" y="2154240"/>
              <a:ext cx="21240" cy="94680"/>
            </a:xfrm>
            <a:custGeom>
              <a:avLst/>
              <a:gdLst/>
              <a:ahLst/>
              <a:cxnLst/>
              <a:rect l="l" t="t" r="r" b="b"/>
              <a:pathLst>
                <a:path w="59" h="263" extrusionOk="0">
                  <a:moveTo>
                    <a:pt x="45" y="260"/>
                  </a:moveTo>
                  <a:lnTo>
                    <a:pt x="45" y="260"/>
                  </a:lnTo>
                  <a:cubicBezTo>
                    <a:pt x="43" y="260"/>
                    <a:pt x="42" y="260"/>
                    <a:pt x="41" y="260"/>
                  </a:cubicBezTo>
                  <a:lnTo>
                    <a:pt x="26" y="263"/>
                  </a:lnTo>
                  <a:cubicBezTo>
                    <a:pt x="25" y="263"/>
                    <a:pt x="24" y="263"/>
                    <a:pt x="22" y="263"/>
                  </a:cubicBezTo>
                  <a:lnTo>
                    <a:pt x="11" y="262"/>
                  </a:lnTo>
                  <a:cubicBezTo>
                    <a:pt x="10" y="262"/>
                    <a:pt x="9" y="262"/>
                    <a:pt x="8" y="262"/>
                  </a:cubicBezTo>
                  <a:lnTo>
                    <a:pt x="0" y="263"/>
                  </a:lnTo>
                  <a:lnTo>
                    <a:pt x="0" y="0"/>
                  </a:lnTo>
                  <a:lnTo>
                    <a:pt x="59" y="0"/>
                  </a:lnTo>
                  <a:lnTo>
                    <a:pt x="59" y="248"/>
                  </a:lnTo>
                  <a:cubicBezTo>
                    <a:pt x="59" y="255"/>
                    <a:pt x="52" y="261"/>
                    <a:pt x="45" y="2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3565080" y="2239920"/>
              <a:ext cx="41760" cy="18000"/>
            </a:xfrm>
            <a:custGeom>
              <a:avLst/>
              <a:gdLst/>
              <a:ahLst/>
              <a:cxnLst/>
              <a:rect l="l" t="t" r="r" b="b"/>
              <a:pathLst>
                <a:path w="116" h="50" extrusionOk="0">
                  <a:moveTo>
                    <a:pt x="13" y="50"/>
                  </a:moveTo>
                  <a:lnTo>
                    <a:pt x="104" y="50"/>
                  </a:lnTo>
                  <a:cubicBezTo>
                    <a:pt x="111" y="50"/>
                    <a:pt x="116" y="45"/>
                    <a:pt x="116" y="38"/>
                  </a:cubicBezTo>
                  <a:lnTo>
                    <a:pt x="116" y="12"/>
                  </a:lnTo>
                  <a:cubicBezTo>
                    <a:pt x="116" y="5"/>
                    <a:pt x="111" y="0"/>
                    <a:pt x="104" y="0"/>
                  </a:cubicBezTo>
                  <a:lnTo>
                    <a:pt x="13" y="0"/>
                  </a:lnTo>
                  <a:cubicBezTo>
                    <a:pt x="6" y="0"/>
                    <a:pt x="0" y="5"/>
                    <a:pt x="0" y="12"/>
                  </a:cubicBezTo>
                  <a:lnTo>
                    <a:pt x="0" y="38"/>
                  </a:lnTo>
                  <a:cubicBezTo>
                    <a:pt x="0" y="45"/>
                    <a:pt x="6" y="50"/>
                    <a:pt x="13" y="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4"/>
            <p:cNvSpPr/>
            <p:nvPr/>
          </p:nvSpPr>
          <p:spPr>
            <a:xfrm>
              <a:off x="340128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4"/>
            <p:cNvSpPr/>
            <p:nvPr/>
          </p:nvSpPr>
          <p:spPr>
            <a:xfrm>
              <a:off x="3427920" y="231876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4"/>
            <p:cNvSpPr/>
            <p:nvPr/>
          </p:nvSpPr>
          <p:spPr>
            <a:xfrm>
              <a:off x="340128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8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8" y="0"/>
                  </a:cubicBezTo>
                  <a:lnTo>
                    <a:pt x="45" y="0"/>
                  </a:lnTo>
                  <a:cubicBezTo>
                    <a:pt x="55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5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4"/>
            <p:cNvSpPr/>
            <p:nvPr/>
          </p:nvSpPr>
          <p:spPr>
            <a:xfrm>
              <a:off x="3427920" y="2345400"/>
              <a:ext cx="23040" cy="23040"/>
            </a:xfrm>
            <a:custGeom>
              <a:avLst/>
              <a:gdLst/>
              <a:ahLst/>
              <a:cxnLst/>
              <a:rect l="l" t="t" r="r" b="b"/>
              <a:pathLst>
                <a:path w="64" h="64" extrusionOk="0">
                  <a:moveTo>
                    <a:pt x="45" y="64"/>
                  </a:moveTo>
                  <a:lnTo>
                    <a:pt x="19" y="64"/>
                  </a:lnTo>
                  <a:cubicBezTo>
                    <a:pt x="8" y="64"/>
                    <a:pt x="0" y="56"/>
                    <a:pt x="0" y="45"/>
                  </a:cubicBezTo>
                  <a:lnTo>
                    <a:pt x="0" y="18"/>
                  </a:lnTo>
                  <a:cubicBezTo>
                    <a:pt x="0" y="8"/>
                    <a:pt x="8" y="0"/>
                    <a:pt x="19" y="0"/>
                  </a:cubicBezTo>
                  <a:lnTo>
                    <a:pt x="45" y="0"/>
                  </a:lnTo>
                  <a:cubicBezTo>
                    <a:pt x="56" y="0"/>
                    <a:pt x="64" y="8"/>
                    <a:pt x="64" y="18"/>
                  </a:cubicBezTo>
                  <a:lnTo>
                    <a:pt x="64" y="45"/>
                  </a:lnTo>
                  <a:cubicBezTo>
                    <a:pt x="64" y="56"/>
                    <a:pt x="56" y="64"/>
                    <a:pt x="45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4"/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793" y="0"/>
                  </a:move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220"/>
                  </a:lnTo>
                  <a:cubicBezTo>
                    <a:pt x="1013" y="99"/>
                    <a:pt x="914" y="0"/>
                    <a:pt x="7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4"/>
            <p:cNvSpPr/>
            <p:nvPr/>
          </p:nvSpPr>
          <p:spPr>
            <a:xfrm>
              <a:off x="2814840" y="1750680"/>
              <a:ext cx="364680" cy="522720"/>
            </a:xfrm>
            <a:custGeom>
              <a:avLst/>
              <a:gdLst/>
              <a:ahLst/>
              <a:cxnLst/>
              <a:rect l="l" t="t" r="r" b="b"/>
              <a:pathLst>
                <a:path w="1013" h="1452" extrusionOk="0">
                  <a:moveTo>
                    <a:pt x="116" y="227"/>
                  </a:moveTo>
                  <a:cubicBezTo>
                    <a:pt x="116" y="166"/>
                    <a:pt x="160" y="114"/>
                    <a:pt x="220" y="103"/>
                  </a:cubicBezTo>
                  <a:cubicBezTo>
                    <a:pt x="409" y="70"/>
                    <a:pt x="794" y="2"/>
                    <a:pt x="805" y="1"/>
                  </a:cubicBezTo>
                  <a:cubicBezTo>
                    <a:pt x="803" y="1"/>
                    <a:pt x="802" y="1"/>
                    <a:pt x="800" y="1"/>
                  </a:cubicBezTo>
                  <a:lnTo>
                    <a:pt x="790" y="0"/>
                  </a:lnTo>
                  <a:lnTo>
                    <a:pt x="220" y="0"/>
                  </a:lnTo>
                  <a:cubicBezTo>
                    <a:pt x="99" y="0"/>
                    <a:pt x="0" y="99"/>
                    <a:pt x="0" y="220"/>
                  </a:cubicBezTo>
                  <a:lnTo>
                    <a:pt x="0" y="1452"/>
                  </a:lnTo>
                  <a:lnTo>
                    <a:pt x="1013" y="1452"/>
                  </a:lnTo>
                  <a:lnTo>
                    <a:pt x="1013" y="1423"/>
                  </a:lnTo>
                  <a:lnTo>
                    <a:pt x="169" y="1332"/>
                  </a:lnTo>
                  <a:cubicBezTo>
                    <a:pt x="139" y="1328"/>
                    <a:pt x="116" y="1303"/>
                    <a:pt x="116" y="1273"/>
                  </a:cubicBezTo>
                  <a:lnTo>
                    <a:pt x="116" y="227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4"/>
            <p:cNvSpPr/>
            <p:nvPr/>
          </p:nvSpPr>
          <p:spPr>
            <a:xfrm>
              <a:off x="2814840" y="1646640"/>
              <a:ext cx="364680" cy="104040"/>
            </a:xfrm>
            <a:custGeom>
              <a:avLst/>
              <a:gdLst/>
              <a:ahLst/>
              <a:cxnLst/>
              <a:rect l="l" t="t" r="r" b="b"/>
              <a:pathLst>
                <a:path w="1013" h="289" extrusionOk="0">
                  <a:moveTo>
                    <a:pt x="868" y="289"/>
                  </a:moveTo>
                  <a:lnTo>
                    <a:pt x="145" y="289"/>
                  </a:lnTo>
                  <a:cubicBezTo>
                    <a:pt x="66" y="289"/>
                    <a:pt x="0" y="224"/>
                    <a:pt x="0" y="145"/>
                  </a:cubicBezTo>
                  <a:cubicBezTo>
                    <a:pt x="0" y="65"/>
                    <a:pt x="66" y="0"/>
                    <a:pt x="145" y="0"/>
                  </a:cubicBezTo>
                  <a:lnTo>
                    <a:pt x="868" y="0"/>
                  </a:lnTo>
                  <a:cubicBezTo>
                    <a:pt x="947" y="0"/>
                    <a:pt x="1013" y="65"/>
                    <a:pt x="1013" y="145"/>
                  </a:cubicBezTo>
                  <a:cubicBezTo>
                    <a:pt x="1013" y="224"/>
                    <a:pt x="947" y="289"/>
                    <a:pt x="868" y="2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4"/>
            <p:cNvSpPr/>
            <p:nvPr/>
          </p:nvSpPr>
          <p:spPr>
            <a:xfrm>
              <a:off x="2856600" y="1665360"/>
              <a:ext cx="289440" cy="33480"/>
            </a:xfrm>
            <a:custGeom>
              <a:avLst/>
              <a:gdLst/>
              <a:ahLst/>
              <a:cxnLst/>
              <a:rect l="l" t="t" r="r" b="b"/>
              <a:pathLst>
                <a:path w="804" h="93" extrusionOk="0">
                  <a:moveTo>
                    <a:pt x="757" y="93"/>
                  </a:moveTo>
                  <a:lnTo>
                    <a:pt x="46" y="93"/>
                  </a:lnTo>
                  <a:cubicBezTo>
                    <a:pt x="21" y="93"/>
                    <a:pt x="0" y="72"/>
                    <a:pt x="0" y="46"/>
                  </a:cubicBezTo>
                  <a:cubicBezTo>
                    <a:pt x="0" y="21"/>
                    <a:pt x="21" y="0"/>
                    <a:pt x="46" y="0"/>
                  </a:cubicBezTo>
                  <a:lnTo>
                    <a:pt x="757" y="0"/>
                  </a:lnTo>
                  <a:cubicBezTo>
                    <a:pt x="783" y="0"/>
                    <a:pt x="804" y="21"/>
                    <a:pt x="804" y="46"/>
                  </a:cubicBezTo>
                  <a:cubicBezTo>
                    <a:pt x="804" y="72"/>
                    <a:pt x="783" y="93"/>
                    <a:pt x="757" y="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4"/>
            <p:cNvSpPr/>
            <p:nvPr/>
          </p:nvSpPr>
          <p:spPr>
            <a:xfrm>
              <a:off x="2939400" y="1715040"/>
              <a:ext cx="120600" cy="13680"/>
            </a:xfrm>
            <a:custGeom>
              <a:avLst/>
              <a:gdLst/>
              <a:ahLst/>
              <a:cxnLst/>
              <a:rect l="l" t="t" r="r" b="b"/>
              <a:pathLst>
                <a:path w="335" h="38" extrusionOk="0">
                  <a:moveTo>
                    <a:pt x="316" y="38"/>
                  </a:moveTo>
                  <a:lnTo>
                    <a:pt x="18" y="38"/>
                  </a:lnTo>
                  <a:cubicBezTo>
                    <a:pt x="8" y="38"/>
                    <a:pt x="0" y="29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lnTo>
                    <a:pt x="316" y="0"/>
                  </a:lnTo>
                  <a:cubicBezTo>
                    <a:pt x="326" y="0"/>
                    <a:pt x="335" y="9"/>
                    <a:pt x="335" y="19"/>
                  </a:cubicBezTo>
                  <a:cubicBezTo>
                    <a:pt x="335" y="29"/>
                    <a:pt x="326" y="38"/>
                    <a:pt x="31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4"/>
            <p:cNvSpPr/>
            <p:nvPr/>
          </p:nvSpPr>
          <p:spPr>
            <a:xfrm>
              <a:off x="3116880" y="1671840"/>
              <a:ext cx="20160" cy="20520"/>
            </a:xfrm>
            <a:custGeom>
              <a:avLst/>
              <a:gdLst/>
              <a:ahLst/>
              <a:cxnLst/>
              <a:rect l="l" t="t" r="r" b="b"/>
              <a:pathLst>
                <a:path w="56" h="57" extrusionOk="0">
                  <a:moveTo>
                    <a:pt x="56" y="28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12" y="57"/>
                    <a:pt x="0" y="44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4"/>
            <p:cNvSpPr/>
            <p:nvPr/>
          </p:nvSpPr>
          <p:spPr>
            <a:xfrm>
              <a:off x="2923560" y="1887840"/>
              <a:ext cx="136440" cy="224640"/>
            </a:xfrm>
            <a:custGeom>
              <a:avLst/>
              <a:gdLst/>
              <a:ahLst/>
              <a:cxnLst/>
              <a:rect l="l" t="t" r="r" b="b"/>
              <a:pathLst>
                <a:path w="379" h="624" extrusionOk="0">
                  <a:moveTo>
                    <a:pt x="41" y="0"/>
                  </a:moveTo>
                  <a:lnTo>
                    <a:pt x="0" y="624"/>
                  </a:lnTo>
                  <a:lnTo>
                    <a:pt x="369" y="624"/>
                  </a:lnTo>
                  <a:lnTo>
                    <a:pt x="379" y="59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4"/>
            <p:cNvSpPr/>
            <p:nvPr/>
          </p:nvSpPr>
          <p:spPr>
            <a:xfrm>
              <a:off x="2941560" y="1904760"/>
              <a:ext cx="118440" cy="197280"/>
            </a:xfrm>
            <a:custGeom>
              <a:avLst/>
              <a:gdLst/>
              <a:ahLst/>
              <a:cxnLst/>
              <a:rect l="l" t="t" r="r" b="b"/>
              <a:pathLst>
                <a:path w="329" h="548" extrusionOk="0">
                  <a:moveTo>
                    <a:pt x="329" y="548"/>
                  </a:moveTo>
                  <a:lnTo>
                    <a:pt x="0" y="548"/>
                  </a:lnTo>
                  <a:lnTo>
                    <a:pt x="0" y="0"/>
                  </a:lnTo>
                  <a:lnTo>
                    <a:pt x="329" y="0"/>
                  </a:lnTo>
                  <a:lnTo>
                    <a:pt x="329" y="5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2990520" y="1847880"/>
              <a:ext cx="250200" cy="91440"/>
            </a:xfrm>
            <a:custGeom>
              <a:avLst/>
              <a:gdLst/>
              <a:ahLst/>
              <a:cxnLst/>
              <a:rect l="l" t="t" r="r" b="b"/>
              <a:pathLst>
                <a:path w="695" h="254" extrusionOk="0">
                  <a:moveTo>
                    <a:pt x="695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695" y="0"/>
                  </a:lnTo>
                  <a:lnTo>
                    <a:pt x="695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3060000" y="1932480"/>
              <a:ext cx="119520" cy="36360"/>
            </a:xfrm>
            <a:custGeom>
              <a:avLst/>
              <a:gdLst/>
              <a:ahLst/>
              <a:cxnLst/>
              <a:rect l="l" t="t" r="r" b="b"/>
              <a:pathLst>
                <a:path w="332" h="101" extrusionOk="0">
                  <a:moveTo>
                    <a:pt x="332" y="19"/>
                  </a:moveTo>
                  <a:lnTo>
                    <a:pt x="332" y="63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332" y="19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4"/>
            <p:cNvSpPr/>
            <p:nvPr/>
          </p:nvSpPr>
          <p:spPr>
            <a:xfrm>
              <a:off x="3300120" y="1847880"/>
              <a:ext cx="194760" cy="91440"/>
            </a:xfrm>
            <a:custGeom>
              <a:avLst/>
              <a:gdLst/>
              <a:ahLst/>
              <a:cxnLst/>
              <a:rect l="l" t="t" r="r" b="b"/>
              <a:pathLst>
                <a:path w="541" h="254" extrusionOk="0">
                  <a:moveTo>
                    <a:pt x="541" y="254"/>
                  </a:moveTo>
                  <a:lnTo>
                    <a:pt x="0" y="254"/>
                  </a:lnTo>
                  <a:lnTo>
                    <a:pt x="0" y="0"/>
                  </a:lnTo>
                  <a:lnTo>
                    <a:pt x="541" y="0"/>
                  </a:lnTo>
                  <a:lnTo>
                    <a:pt x="541" y="25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4"/>
            <p:cNvSpPr/>
            <p:nvPr/>
          </p:nvSpPr>
          <p:spPr>
            <a:xfrm>
              <a:off x="3449520" y="1893600"/>
              <a:ext cx="91440" cy="122760"/>
            </a:xfrm>
            <a:custGeom>
              <a:avLst/>
              <a:gdLst/>
              <a:ahLst/>
              <a:cxnLst/>
              <a:rect l="l" t="t" r="r" b="b"/>
              <a:pathLst>
                <a:path w="254" h="341" extrusionOk="0">
                  <a:moveTo>
                    <a:pt x="0" y="0"/>
                  </a:moveTo>
                  <a:lnTo>
                    <a:pt x="254" y="0"/>
                  </a:lnTo>
                  <a:lnTo>
                    <a:pt x="254" y="341"/>
                  </a:lnTo>
                  <a:lnTo>
                    <a:pt x="0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4"/>
            <p:cNvSpPr/>
            <p:nvPr/>
          </p:nvSpPr>
          <p:spPr>
            <a:xfrm>
              <a:off x="3002400" y="1925640"/>
              <a:ext cx="508680" cy="13680"/>
            </a:xfrm>
            <a:custGeom>
              <a:avLst/>
              <a:gdLst/>
              <a:ahLst/>
              <a:cxnLst/>
              <a:rect l="l" t="t" r="r" b="b"/>
              <a:pathLst>
                <a:path w="1413" h="38" extrusionOk="0">
                  <a:moveTo>
                    <a:pt x="1413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1413" y="38"/>
                  </a:lnTo>
                  <a:lnTo>
                    <a:pt x="1413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4"/>
            <p:cNvSpPr/>
            <p:nvPr/>
          </p:nvSpPr>
          <p:spPr>
            <a:xfrm>
              <a:off x="29379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6"/>
                  </a:moveTo>
                  <a:cubicBezTo>
                    <a:pt x="351" y="273"/>
                    <a:pt x="273" y="351"/>
                    <a:pt x="176" y="351"/>
                  </a:cubicBezTo>
                  <a:cubicBezTo>
                    <a:pt x="79" y="351"/>
                    <a:pt x="0" y="273"/>
                    <a:pt x="0" y="176"/>
                  </a:cubicBezTo>
                  <a:cubicBezTo>
                    <a:pt x="0" y="79"/>
                    <a:pt x="79" y="0"/>
                    <a:pt x="176" y="0"/>
                  </a:cubicBezTo>
                  <a:cubicBezTo>
                    <a:pt x="273" y="0"/>
                    <a:pt x="351" y="79"/>
                    <a:pt x="351" y="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4"/>
            <p:cNvSpPr/>
            <p:nvPr/>
          </p:nvSpPr>
          <p:spPr>
            <a:xfrm>
              <a:off x="3184560" y="1830600"/>
              <a:ext cx="126360" cy="126360"/>
            </a:xfrm>
            <a:custGeom>
              <a:avLst/>
              <a:gdLst/>
              <a:ahLst/>
              <a:cxnLst/>
              <a:rect l="l" t="t" r="r" b="b"/>
              <a:pathLst>
                <a:path w="351" h="351" extrusionOk="0">
                  <a:moveTo>
                    <a:pt x="351" y="175"/>
                  </a:moveTo>
                  <a:cubicBezTo>
                    <a:pt x="351" y="272"/>
                    <a:pt x="273" y="351"/>
                    <a:pt x="176" y="351"/>
                  </a:cubicBezTo>
                  <a:cubicBezTo>
                    <a:pt x="79" y="351"/>
                    <a:pt x="0" y="272"/>
                    <a:pt x="0" y="175"/>
                  </a:cubicBezTo>
                  <a:cubicBezTo>
                    <a:pt x="0" y="78"/>
                    <a:pt x="79" y="0"/>
                    <a:pt x="176" y="0"/>
                  </a:cubicBezTo>
                  <a:cubicBezTo>
                    <a:pt x="273" y="0"/>
                    <a:pt x="351" y="78"/>
                    <a:pt x="351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4"/>
            <p:cNvSpPr/>
            <p:nvPr/>
          </p:nvSpPr>
          <p:spPr>
            <a:xfrm>
              <a:off x="3435480" y="2012040"/>
              <a:ext cx="119520" cy="142200"/>
            </a:xfrm>
            <a:custGeom>
              <a:avLst/>
              <a:gdLst/>
              <a:ahLst/>
              <a:cxnLst/>
              <a:rect l="l" t="t" r="r" b="b"/>
              <a:pathLst>
                <a:path w="332" h="395" extrusionOk="0">
                  <a:moveTo>
                    <a:pt x="0" y="0"/>
                  </a:moveTo>
                  <a:lnTo>
                    <a:pt x="332" y="0"/>
                  </a:lnTo>
                  <a:lnTo>
                    <a:pt x="332" y="395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4"/>
            <p:cNvSpPr/>
            <p:nvPr/>
          </p:nvSpPr>
          <p:spPr>
            <a:xfrm>
              <a:off x="3449520" y="1925640"/>
              <a:ext cx="21600" cy="86400"/>
            </a:xfrm>
            <a:custGeom>
              <a:avLst/>
              <a:gdLst/>
              <a:ahLst/>
              <a:cxnLst/>
              <a:rect l="l" t="t" r="r" b="b"/>
              <a:pathLst>
                <a:path w="60" h="240" extrusionOk="0">
                  <a:moveTo>
                    <a:pt x="60" y="240"/>
                  </a:moveTo>
                  <a:lnTo>
                    <a:pt x="0" y="24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60" y="24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1400" rIns="90000" bIns="41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4"/>
            <p:cNvSpPr/>
            <p:nvPr/>
          </p:nvSpPr>
          <p:spPr>
            <a:xfrm>
              <a:off x="3432240" y="1830600"/>
              <a:ext cx="126000" cy="126360"/>
            </a:xfrm>
            <a:custGeom>
              <a:avLst/>
              <a:gdLst/>
              <a:ahLst/>
              <a:cxnLst/>
              <a:rect l="l" t="t" r="r" b="b"/>
              <a:pathLst>
                <a:path w="350" h="351" extrusionOk="0">
                  <a:moveTo>
                    <a:pt x="350" y="175"/>
                  </a:moveTo>
                  <a:cubicBezTo>
                    <a:pt x="350" y="272"/>
                    <a:pt x="271" y="351"/>
                    <a:pt x="174" y="351"/>
                  </a:cubicBezTo>
                  <a:cubicBezTo>
                    <a:pt x="78" y="351"/>
                    <a:pt x="0" y="272"/>
                    <a:pt x="0" y="175"/>
                  </a:cubicBezTo>
                  <a:cubicBezTo>
                    <a:pt x="0" y="78"/>
                    <a:pt x="78" y="0"/>
                    <a:pt x="174" y="0"/>
                  </a:cubicBezTo>
                  <a:cubicBezTo>
                    <a:pt x="271" y="0"/>
                    <a:pt x="350" y="78"/>
                    <a:pt x="350" y="1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4"/>
            <p:cNvSpPr/>
            <p:nvPr/>
          </p:nvSpPr>
          <p:spPr>
            <a:xfrm>
              <a:off x="2765880" y="2594880"/>
              <a:ext cx="36360" cy="86040"/>
            </a:xfrm>
            <a:custGeom>
              <a:avLst/>
              <a:gdLst/>
              <a:ahLst/>
              <a:cxnLst/>
              <a:rect l="l" t="t" r="r" b="b"/>
              <a:pathLst>
                <a:path w="101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1" y="23"/>
                    <a:pt x="101" y="51"/>
                  </a:cubicBezTo>
                  <a:lnTo>
                    <a:pt x="101" y="188"/>
                  </a:lnTo>
                  <a:cubicBezTo>
                    <a:pt x="101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4"/>
            <p:cNvSpPr/>
            <p:nvPr/>
          </p:nvSpPr>
          <p:spPr>
            <a:xfrm>
              <a:off x="3192120" y="2594880"/>
              <a:ext cx="36720" cy="86040"/>
            </a:xfrm>
            <a:custGeom>
              <a:avLst/>
              <a:gdLst/>
              <a:ahLst/>
              <a:cxnLst/>
              <a:rect l="l" t="t" r="r" b="b"/>
              <a:pathLst>
                <a:path w="102" h="239" extrusionOk="0">
                  <a:moveTo>
                    <a:pt x="51" y="239"/>
                  </a:moveTo>
                  <a:lnTo>
                    <a:pt x="51" y="239"/>
                  </a:lnTo>
                  <a:cubicBezTo>
                    <a:pt x="23" y="239"/>
                    <a:pt x="0" y="216"/>
                    <a:pt x="0" y="188"/>
                  </a:cubicBezTo>
                  <a:lnTo>
                    <a:pt x="0" y="51"/>
                  </a:lnTo>
                  <a:cubicBezTo>
                    <a:pt x="0" y="23"/>
                    <a:pt x="23" y="0"/>
                    <a:pt x="51" y="0"/>
                  </a:cubicBezTo>
                  <a:cubicBezTo>
                    <a:pt x="79" y="0"/>
                    <a:pt x="102" y="23"/>
                    <a:pt x="102" y="51"/>
                  </a:cubicBezTo>
                  <a:lnTo>
                    <a:pt x="102" y="188"/>
                  </a:lnTo>
                  <a:cubicBezTo>
                    <a:pt x="102" y="216"/>
                    <a:pt x="79" y="239"/>
                    <a:pt x="51" y="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1025" rIns="90000" bIns="410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4"/>
            <p:cNvSpPr/>
            <p:nvPr/>
          </p:nvSpPr>
          <p:spPr>
            <a:xfrm>
              <a:off x="2743920" y="2413800"/>
              <a:ext cx="506520" cy="216720"/>
            </a:xfrm>
            <a:custGeom>
              <a:avLst/>
              <a:gdLst/>
              <a:ahLst/>
              <a:cxnLst/>
              <a:rect l="l" t="t" r="r" b="b"/>
              <a:pathLst>
                <a:path w="1407" h="602" extrusionOk="0">
                  <a:moveTo>
                    <a:pt x="1357" y="602"/>
                  </a:moveTo>
                  <a:lnTo>
                    <a:pt x="50" y="602"/>
                  </a:lnTo>
                  <a:cubicBezTo>
                    <a:pt x="22" y="602"/>
                    <a:pt x="0" y="579"/>
                    <a:pt x="0" y="552"/>
                  </a:cubicBezTo>
                  <a:lnTo>
                    <a:pt x="0" y="0"/>
                  </a:lnTo>
                  <a:lnTo>
                    <a:pt x="1407" y="0"/>
                  </a:lnTo>
                  <a:lnTo>
                    <a:pt x="1407" y="552"/>
                  </a:lnTo>
                  <a:cubicBezTo>
                    <a:pt x="1407" y="579"/>
                    <a:pt x="1385" y="602"/>
                    <a:pt x="1357" y="6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4"/>
            <p:cNvSpPr/>
            <p:nvPr/>
          </p:nvSpPr>
          <p:spPr>
            <a:xfrm>
              <a:off x="2743920" y="236520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407" y="135"/>
                  </a:moveTo>
                  <a:lnTo>
                    <a:pt x="0" y="135"/>
                  </a:lnTo>
                  <a:lnTo>
                    <a:pt x="0" y="44"/>
                  </a:lnTo>
                  <a:cubicBezTo>
                    <a:pt x="0" y="20"/>
                    <a:pt x="20" y="0"/>
                    <a:pt x="44" y="0"/>
                  </a:cubicBezTo>
                  <a:lnTo>
                    <a:pt x="1363" y="0"/>
                  </a:lnTo>
                  <a:cubicBezTo>
                    <a:pt x="1387" y="0"/>
                    <a:pt x="1407" y="20"/>
                    <a:pt x="1407" y="44"/>
                  </a:cubicBezTo>
                  <a:lnTo>
                    <a:pt x="1407" y="1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4"/>
            <p:cNvSpPr/>
            <p:nvPr/>
          </p:nvSpPr>
          <p:spPr>
            <a:xfrm>
              <a:off x="2757240" y="2316960"/>
              <a:ext cx="478800" cy="48240"/>
            </a:xfrm>
            <a:custGeom>
              <a:avLst/>
              <a:gdLst/>
              <a:ahLst/>
              <a:cxnLst/>
              <a:rect l="l" t="t" r="r" b="b"/>
              <a:pathLst>
                <a:path w="1330" h="134" extrusionOk="0">
                  <a:moveTo>
                    <a:pt x="1330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330" y="0"/>
                  </a:lnTo>
                  <a:lnTo>
                    <a:pt x="1330" y="1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4"/>
            <p:cNvSpPr/>
            <p:nvPr/>
          </p:nvSpPr>
          <p:spPr>
            <a:xfrm>
              <a:off x="2743920" y="2268360"/>
              <a:ext cx="506520" cy="48600"/>
            </a:xfrm>
            <a:custGeom>
              <a:avLst/>
              <a:gdLst/>
              <a:ahLst/>
              <a:cxnLst/>
              <a:rect l="l" t="t" r="r" b="b"/>
              <a:pathLst>
                <a:path w="1407" h="135" extrusionOk="0">
                  <a:moveTo>
                    <a:pt x="1365" y="135"/>
                  </a:moveTo>
                  <a:lnTo>
                    <a:pt x="42" y="135"/>
                  </a:lnTo>
                  <a:cubicBezTo>
                    <a:pt x="19" y="135"/>
                    <a:pt x="0" y="116"/>
                    <a:pt x="0" y="93"/>
                  </a:cubicBezTo>
                  <a:lnTo>
                    <a:pt x="0" y="42"/>
                  </a:lnTo>
                  <a:cubicBezTo>
                    <a:pt x="0" y="19"/>
                    <a:pt x="19" y="0"/>
                    <a:pt x="42" y="0"/>
                  </a:cubicBezTo>
                  <a:lnTo>
                    <a:pt x="1365" y="0"/>
                  </a:lnTo>
                  <a:cubicBezTo>
                    <a:pt x="1388" y="0"/>
                    <a:pt x="1407" y="19"/>
                    <a:pt x="1407" y="42"/>
                  </a:cubicBezTo>
                  <a:lnTo>
                    <a:pt x="1407" y="93"/>
                  </a:lnTo>
                  <a:cubicBezTo>
                    <a:pt x="1407" y="116"/>
                    <a:pt x="1388" y="135"/>
                    <a:pt x="1365" y="1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3600" rIns="90000" bIns="3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4"/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446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446" y="2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4"/>
            <p:cNvSpPr/>
            <p:nvPr/>
          </p:nvSpPr>
          <p:spPr>
            <a:xfrm>
              <a:off x="2939760" y="2474280"/>
              <a:ext cx="116280" cy="47520"/>
            </a:xfrm>
            <a:custGeom>
              <a:avLst/>
              <a:gdLst/>
              <a:ahLst/>
              <a:cxnLst/>
              <a:rect l="l" t="t" r="r" b="b"/>
              <a:pathLst>
                <a:path w="323" h="132" extrusionOk="0">
                  <a:moveTo>
                    <a:pt x="323" y="132"/>
                  </a:moveTo>
                  <a:lnTo>
                    <a:pt x="0" y="132"/>
                  </a:lnTo>
                  <a:lnTo>
                    <a:pt x="0" y="0"/>
                  </a:lnTo>
                  <a:lnTo>
                    <a:pt x="323" y="0"/>
                  </a:lnTo>
                  <a:lnTo>
                    <a:pt x="323" y="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2500" rIns="90000" bIns="25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4"/>
            <p:cNvSpPr/>
            <p:nvPr/>
          </p:nvSpPr>
          <p:spPr>
            <a:xfrm>
              <a:off x="2939760" y="2316960"/>
              <a:ext cx="116640" cy="48240"/>
            </a:xfrm>
            <a:custGeom>
              <a:avLst/>
              <a:gdLst/>
              <a:ahLst/>
              <a:cxnLst/>
              <a:rect l="l" t="t" r="r" b="b"/>
              <a:pathLst>
                <a:path w="324" h="134" extrusionOk="0">
                  <a:moveTo>
                    <a:pt x="324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3225" rIns="90000" bIns="32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4"/>
            <p:cNvSpPr/>
            <p:nvPr/>
          </p:nvSpPr>
          <p:spPr>
            <a:xfrm>
              <a:off x="2980440" y="2323800"/>
              <a:ext cx="34920" cy="34560"/>
            </a:xfrm>
            <a:custGeom>
              <a:avLst/>
              <a:gdLst/>
              <a:ahLst/>
              <a:cxnLst/>
              <a:rect l="l" t="t" r="r" b="b"/>
              <a:pathLst>
                <a:path w="97" h="96" extrusionOk="0">
                  <a:moveTo>
                    <a:pt x="97" y="48"/>
                  </a:moveTo>
                  <a:cubicBezTo>
                    <a:pt x="97" y="75"/>
                    <a:pt x="75" y="96"/>
                    <a:pt x="49" y="96"/>
                  </a:cubicBezTo>
                  <a:cubicBezTo>
                    <a:pt x="22" y="96"/>
                    <a:pt x="0" y="75"/>
                    <a:pt x="0" y="48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5" y="0"/>
                    <a:pt x="97" y="22"/>
                    <a:pt x="9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4"/>
            <p:cNvSpPr/>
            <p:nvPr/>
          </p:nvSpPr>
          <p:spPr>
            <a:xfrm>
              <a:off x="2757240" y="2316960"/>
              <a:ext cx="478800" cy="24120"/>
            </a:xfrm>
            <a:custGeom>
              <a:avLst/>
              <a:gdLst/>
              <a:ahLst/>
              <a:cxnLst/>
              <a:rect l="l" t="t" r="r" b="b"/>
              <a:pathLst>
                <a:path w="1330" h="67" extrusionOk="0">
                  <a:moveTo>
                    <a:pt x="1328" y="0"/>
                  </a:moveTo>
                  <a:lnTo>
                    <a:pt x="1330" y="19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4"/>
            <p:cNvSpPr/>
            <p:nvPr/>
          </p:nvSpPr>
          <p:spPr>
            <a:xfrm>
              <a:off x="2974320" y="2481840"/>
              <a:ext cx="68760" cy="30960"/>
            </a:xfrm>
            <a:custGeom>
              <a:avLst/>
              <a:gdLst/>
              <a:ahLst/>
              <a:cxnLst/>
              <a:rect l="l" t="t" r="r" b="b"/>
              <a:pathLst>
                <a:path w="191" h="86" extrusionOk="0">
                  <a:moveTo>
                    <a:pt x="191" y="86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191" y="0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4"/>
            <p:cNvSpPr/>
            <p:nvPr/>
          </p:nvSpPr>
          <p:spPr>
            <a:xfrm>
              <a:off x="2743920" y="2413800"/>
              <a:ext cx="506520" cy="24120"/>
            </a:xfrm>
            <a:custGeom>
              <a:avLst/>
              <a:gdLst/>
              <a:ahLst/>
              <a:cxnLst/>
              <a:rect l="l" t="t" r="r" b="b"/>
              <a:pathLst>
                <a:path w="1407" h="67" extrusionOk="0">
                  <a:moveTo>
                    <a:pt x="1407" y="0"/>
                  </a:moveTo>
                  <a:lnTo>
                    <a:pt x="1407" y="25"/>
                  </a:lnTo>
                  <a:lnTo>
                    <a:pt x="0" y="67"/>
                  </a:lnTo>
                  <a:lnTo>
                    <a:pt x="0" y="0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4"/>
            <p:cNvSpPr/>
            <p:nvPr/>
          </p:nvSpPr>
          <p:spPr>
            <a:xfrm>
              <a:off x="2917440" y="2461320"/>
              <a:ext cx="160560" cy="73440"/>
            </a:xfrm>
            <a:custGeom>
              <a:avLst/>
              <a:gdLst/>
              <a:ahLst/>
              <a:cxnLst/>
              <a:rect l="l" t="t" r="r" b="b"/>
              <a:pathLst>
                <a:path w="446" h="204" extrusionOk="0">
                  <a:moveTo>
                    <a:pt x="0" y="0"/>
                  </a:moveTo>
                  <a:lnTo>
                    <a:pt x="446" y="204"/>
                  </a:lnTo>
                  <a:lnTo>
                    <a:pt x="4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4"/>
            <p:cNvSpPr/>
            <p:nvPr/>
          </p:nvSpPr>
          <p:spPr>
            <a:xfrm>
              <a:off x="2990520" y="233388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0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9" y="41"/>
                    <a:pt x="0" y="32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4"/>
            <p:cNvSpPr/>
            <p:nvPr/>
          </p:nvSpPr>
          <p:spPr>
            <a:xfrm>
              <a:off x="2951280" y="2498040"/>
              <a:ext cx="14760" cy="14760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41" y="21"/>
                  </a:moveTo>
                  <a:cubicBezTo>
                    <a:pt x="41" y="32"/>
                    <a:pt x="32" y="41"/>
                    <a:pt x="21" y="41"/>
                  </a:cubicBezTo>
                  <a:cubicBezTo>
                    <a:pt x="10" y="41"/>
                    <a:pt x="0" y="32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32" y="0"/>
                    <a:pt x="41" y="9"/>
                    <a:pt x="41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Google Shape;551;p44">
            <a:extLst>
              <a:ext uri="{FF2B5EF4-FFF2-40B4-BE49-F238E27FC236}">
                <a16:creationId xmlns:a16="http://schemas.microsoft.com/office/drawing/2014/main" id="{2BACB65A-58DE-5E03-66F6-CD9A6287C37F}"/>
              </a:ext>
            </a:extLst>
          </p:cNvPr>
          <p:cNvSpPr/>
          <p:nvPr/>
        </p:nvSpPr>
        <p:spPr>
          <a:xfrm>
            <a:off x="6804645" y="3329085"/>
            <a:ext cx="1965871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har char="•"/>
            </a:pP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Mal </a:t>
            </a:r>
            <a:r>
              <a:rPr lang="en" sz="120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rendimiento</a:t>
            </a:r>
            <a:endParaRPr lang="en" sz="1200">
              <a:solidFill>
                <a:schemeClr val="dk1"/>
              </a:solidFill>
              <a:latin typeface="Inter Tight"/>
              <a:ea typeface="Inter Tight"/>
              <a:cs typeface="Inter Tight"/>
            </a:endParaRPr>
          </a:p>
          <a:p>
            <a:pPr marL="171450" indent="-171450">
              <a:buChar char="•"/>
            </a:pPr>
            <a:r>
              <a:rPr lang="en" sz="1200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Muchas</a:t>
            </a:r>
            <a:r>
              <a:rPr lang="en" sz="1200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</a:t>
            </a:r>
            <a:r>
              <a:rPr lang="en" sz="1200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colisiones</a:t>
            </a:r>
          </a:p>
          <a:p>
            <a:pPr marL="171450" indent="-171450">
              <a:buChar char="•"/>
            </a:pPr>
            <a:endParaRPr lang="en" sz="1200" dirty="0">
              <a:solidFill>
                <a:schemeClr val="dk1"/>
              </a:solidFill>
              <a:latin typeface="Inter Tight"/>
              <a:ea typeface="Inter Tight"/>
              <a:cs typeface="Inter Tight"/>
            </a:endParaRPr>
          </a:p>
        </p:txBody>
      </p:sp>
      <p:grpSp>
        <p:nvGrpSpPr>
          <p:cNvPr id="6" name="Google Shape;7922;p58">
            <a:extLst>
              <a:ext uri="{FF2B5EF4-FFF2-40B4-BE49-F238E27FC236}">
                <a16:creationId xmlns:a16="http://schemas.microsoft.com/office/drawing/2014/main" id="{82F06B0A-BCC0-87DB-26CB-6A2D543C3B80}"/>
              </a:ext>
            </a:extLst>
          </p:cNvPr>
          <p:cNvGrpSpPr/>
          <p:nvPr/>
        </p:nvGrpSpPr>
        <p:grpSpPr>
          <a:xfrm rot="5400000">
            <a:off x="6891041" y="2420678"/>
            <a:ext cx="721057" cy="1069237"/>
            <a:chOff x="1697726" y="3244179"/>
            <a:chExt cx="788124" cy="1146069"/>
          </a:xfrm>
        </p:grpSpPr>
        <p:sp>
          <p:nvSpPr>
            <p:cNvPr id="4" name="Google Shape;7923;p58">
              <a:extLst>
                <a:ext uri="{FF2B5EF4-FFF2-40B4-BE49-F238E27FC236}">
                  <a16:creationId xmlns:a16="http://schemas.microsoft.com/office/drawing/2014/main" id="{88A64CC6-0332-17A0-34AF-2F81E076E5E7}"/>
                </a:ext>
              </a:extLst>
            </p:cNvPr>
            <p:cNvSpPr/>
            <p:nvPr/>
          </p:nvSpPr>
          <p:spPr>
            <a:xfrm>
              <a:off x="1697726" y="3244179"/>
              <a:ext cx="788124" cy="1146069"/>
            </a:xfrm>
            <a:custGeom>
              <a:avLst/>
              <a:gdLst/>
              <a:ahLst/>
              <a:cxnLst/>
              <a:rect l="l" t="t" r="r" b="b"/>
              <a:pathLst>
                <a:path w="30365" h="44156" extrusionOk="0">
                  <a:moveTo>
                    <a:pt x="18841" y="1"/>
                  </a:moveTo>
                  <a:lnTo>
                    <a:pt x="18841" y="3319"/>
                  </a:lnTo>
                  <a:lnTo>
                    <a:pt x="7583" y="3319"/>
                  </a:lnTo>
                  <a:cubicBezTo>
                    <a:pt x="5740" y="3319"/>
                    <a:pt x="4248" y="4814"/>
                    <a:pt x="4248" y="6658"/>
                  </a:cubicBezTo>
                  <a:lnTo>
                    <a:pt x="4248" y="29436"/>
                  </a:lnTo>
                  <a:lnTo>
                    <a:pt x="1" y="29436"/>
                  </a:lnTo>
                  <a:lnTo>
                    <a:pt x="1" y="44155"/>
                  </a:lnTo>
                  <a:lnTo>
                    <a:pt x="14720" y="44155"/>
                  </a:lnTo>
                  <a:lnTo>
                    <a:pt x="14720" y="29436"/>
                  </a:lnTo>
                  <a:lnTo>
                    <a:pt x="10922" y="29436"/>
                  </a:lnTo>
                  <a:lnTo>
                    <a:pt x="10922" y="9993"/>
                  </a:lnTo>
                  <a:lnTo>
                    <a:pt x="18841" y="9993"/>
                  </a:lnTo>
                  <a:lnTo>
                    <a:pt x="18841" y="13311"/>
                  </a:lnTo>
                  <a:lnTo>
                    <a:pt x="30365" y="6658"/>
                  </a:lnTo>
                  <a:lnTo>
                    <a:pt x="18841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924;p58">
              <a:extLst>
                <a:ext uri="{FF2B5EF4-FFF2-40B4-BE49-F238E27FC236}">
                  <a16:creationId xmlns:a16="http://schemas.microsoft.com/office/drawing/2014/main" id="{DBD5625F-D3AF-1251-4D71-6238BB182748}"/>
                </a:ext>
              </a:extLst>
            </p:cNvPr>
            <p:cNvSpPr/>
            <p:nvPr/>
          </p:nvSpPr>
          <p:spPr>
            <a:xfrm>
              <a:off x="1743302" y="4053603"/>
              <a:ext cx="291293" cy="291267"/>
            </a:xfrm>
            <a:custGeom>
              <a:avLst/>
              <a:gdLst/>
              <a:ahLst/>
              <a:cxnLst/>
              <a:rect l="l" t="t" r="r" b="b"/>
              <a:pathLst>
                <a:path w="11223" h="11222" extrusionOk="0">
                  <a:moveTo>
                    <a:pt x="1" y="0"/>
                  </a:moveTo>
                  <a:lnTo>
                    <a:pt x="1" y="11222"/>
                  </a:lnTo>
                  <a:lnTo>
                    <a:pt x="11222" y="11222"/>
                  </a:lnTo>
                  <a:lnTo>
                    <a:pt x="1122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>
          <a:extLst>
            <a:ext uri="{FF2B5EF4-FFF2-40B4-BE49-F238E27FC236}">
              <a16:creationId xmlns:a16="http://schemas.microsoft.com/office/drawing/2014/main" id="{57C908E7-4DC6-C675-E100-E546511A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>
            <a:extLst>
              <a:ext uri="{FF2B5EF4-FFF2-40B4-BE49-F238E27FC236}">
                <a16:creationId xmlns:a16="http://schemas.microsoft.com/office/drawing/2014/main" id="{89A2F19C-F88E-5C9B-E2B1-D3C67AA638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Feature engineering</a:t>
            </a:r>
            <a:br>
              <a:rPr lang="en" dirty="0"/>
            </a:br>
            <a:r>
              <a:rPr lang="en" sz="2000"/>
              <a:t>De 11 a 23</a:t>
            </a:r>
            <a:endParaRPr lang="en" sz="2000" dirty="0"/>
          </a:p>
        </p:txBody>
      </p:sp>
      <p:sp>
        <p:nvSpPr>
          <p:cNvPr id="545" name="Google Shape;545;p44">
            <a:extLst>
              <a:ext uri="{FF2B5EF4-FFF2-40B4-BE49-F238E27FC236}">
                <a16:creationId xmlns:a16="http://schemas.microsoft.com/office/drawing/2014/main" id="{8E5C7D65-C113-6B59-CD16-3BE0BEE8ED54}"/>
              </a:ext>
            </a:extLst>
          </p:cNvPr>
          <p:cNvSpPr/>
          <p:nvPr/>
        </p:nvSpPr>
        <p:spPr>
          <a:xfrm>
            <a:off x="1422991" y="2174747"/>
            <a:ext cx="1016967" cy="26114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800" b="1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Posición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</a:t>
            </a:r>
            <a:r>
              <a:rPr lang="en" sz="800" b="1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normalizada</a:t>
            </a:r>
            <a:endParaRPr lang="en" sz="800" b="1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546" name="Google Shape;546;p44">
            <a:extLst>
              <a:ext uri="{FF2B5EF4-FFF2-40B4-BE49-F238E27FC236}">
                <a16:creationId xmlns:a16="http://schemas.microsoft.com/office/drawing/2014/main" id="{CC8F2E49-2BC4-93AB-00B1-1B279E43741A}"/>
              </a:ext>
            </a:extLst>
          </p:cNvPr>
          <p:cNvSpPr/>
          <p:nvPr/>
        </p:nvSpPr>
        <p:spPr>
          <a:xfrm>
            <a:off x="2718765" y="2107353"/>
            <a:ext cx="1016967" cy="45793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800" b="1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Distancias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y </a:t>
            </a:r>
            <a:r>
              <a:rPr lang="en" sz="800" b="1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direcciones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a </a:t>
            </a:r>
            <a:r>
              <a:rPr lang="en" sz="800" b="1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objetos</a:t>
            </a:r>
            <a:endParaRPr lang="en" sz="800" b="1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547" name="Google Shape;547;p44">
            <a:extLst>
              <a:ext uri="{FF2B5EF4-FFF2-40B4-BE49-F238E27FC236}">
                <a16:creationId xmlns:a16="http://schemas.microsoft.com/office/drawing/2014/main" id="{CB8A493B-7394-059C-D4D8-4B31EA979759}"/>
              </a:ext>
            </a:extLst>
          </p:cNvPr>
          <p:cNvSpPr/>
          <p:nvPr/>
        </p:nvSpPr>
        <p:spPr>
          <a:xfrm>
            <a:off x="4014539" y="2158573"/>
            <a:ext cx="1016967" cy="3824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Distancia y </a:t>
            </a:r>
            <a:r>
              <a:rPr lang="en" sz="8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dirección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a zona de </a:t>
            </a:r>
            <a:r>
              <a:rPr lang="en" sz="8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entrega</a:t>
            </a:r>
            <a:endParaRPr lang="en" sz="800" b="1" dirty="0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cxnSp>
        <p:nvCxnSpPr>
          <p:cNvPr id="557" name="Google Shape;557;p44">
            <a:extLst>
              <a:ext uri="{FF2B5EF4-FFF2-40B4-BE49-F238E27FC236}">
                <a16:creationId xmlns:a16="http://schemas.microsoft.com/office/drawing/2014/main" id="{A0D5E883-A843-E7E6-18D8-C89F951E9216}"/>
              </a:ext>
            </a:extLst>
          </p:cNvPr>
          <p:cNvCxnSpPr>
            <a:cxnSpLocks/>
          </p:cNvCxnSpPr>
          <p:nvPr/>
        </p:nvCxnSpPr>
        <p:spPr>
          <a:xfrm>
            <a:off x="3736515" y="2324190"/>
            <a:ext cx="276213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547;p44">
            <a:extLst>
              <a:ext uri="{FF2B5EF4-FFF2-40B4-BE49-F238E27FC236}">
                <a16:creationId xmlns:a16="http://schemas.microsoft.com/office/drawing/2014/main" id="{A7183E30-0E6E-3A23-6ECD-BAF64E379DF9}"/>
              </a:ext>
            </a:extLst>
          </p:cNvPr>
          <p:cNvSpPr/>
          <p:nvPr/>
        </p:nvSpPr>
        <p:spPr>
          <a:xfrm>
            <a:off x="5286934" y="2174746"/>
            <a:ext cx="1019662" cy="2988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8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Posiciones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relativas</a:t>
            </a:r>
            <a:endParaRPr lang="en" sz="800" b="1" dirty="0">
              <a:solidFill>
                <a:schemeClr val="lt1"/>
              </a:solidFill>
              <a:latin typeface="Inter Tight"/>
              <a:ea typeface="Inter Tight"/>
              <a:cs typeface="Inter Tight"/>
            </a:endParaRPr>
          </a:p>
        </p:txBody>
      </p:sp>
      <p:cxnSp>
        <p:nvCxnSpPr>
          <p:cNvPr id="7" name="Google Shape;558;p44">
            <a:extLst>
              <a:ext uri="{FF2B5EF4-FFF2-40B4-BE49-F238E27FC236}">
                <a16:creationId xmlns:a16="http://schemas.microsoft.com/office/drawing/2014/main" id="{FFD05F8C-534C-923C-F8A6-6F50B6E93EFD}"/>
              </a:ext>
            </a:extLst>
          </p:cNvPr>
          <p:cNvCxnSpPr>
            <a:cxnSpLocks/>
          </p:cNvCxnSpPr>
          <p:nvPr/>
        </p:nvCxnSpPr>
        <p:spPr>
          <a:xfrm flipV="1">
            <a:off x="6544707" y="2267578"/>
            <a:ext cx="268026" cy="1078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547;p44">
            <a:extLst>
              <a:ext uri="{FF2B5EF4-FFF2-40B4-BE49-F238E27FC236}">
                <a16:creationId xmlns:a16="http://schemas.microsoft.com/office/drawing/2014/main" id="{EE0BFB77-C3AD-11F2-4047-36BF60E6A2F6}"/>
              </a:ext>
            </a:extLst>
          </p:cNvPr>
          <p:cNvSpPr/>
          <p:nvPr/>
        </p:nvSpPr>
        <p:spPr>
          <a:xfrm>
            <a:off x="6543155" y="2174745"/>
            <a:ext cx="1016967" cy="2988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Flag "</a:t>
            </a:r>
            <a:r>
              <a:rPr lang="en" sz="8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puede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 </a:t>
            </a:r>
            <a:r>
              <a:rPr lang="en" sz="8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recoger</a:t>
            </a:r>
            <a:r>
              <a:rPr lang="en" sz="800" b="1" dirty="0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"</a:t>
            </a:r>
          </a:p>
        </p:txBody>
      </p:sp>
      <p:cxnSp>
        <p:nvCxnSpPr>
          <p:cNvPr id="9" name="Google Shape;558;p44">
            <a:extLst>
              <a:ext uri="{FF2B5EF4-FFF2-40B4-BE49-F238E27FC236}">
                <a16:creationId xmlns:a16="http://schemas.microsoft.com/office/drawing/2014/main" id="{584EB135-A553-71AC-6465-E9CCEA65E32F}"/>
              </a:ext>
            </a:extLst>
          </p:cNvPr>
          <p:cNvCxnSpPr>
            <a:cxnSpLocks/>
          </p:cNvCxnSpPr>
          <p:nvPr/>
        </p:nvCxnSpPr>
        <p:spPr>
          <a:xfrm>
            <a:off x="6307479" y="2337668"/>
            <a:ext cx="238373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558;p44">
            <a:extLst>
              <a:ext uri="{FF2B5EF4-FFF2-40B4-BE49-F238E27FC236}">
                <a16:creationId xmlns:a16="http://schemas.microsoft.com/office/drawing/2014/main" id="{6B95A0BE-2C14-EB9E-ADF2-4969B931D36E}"/>
              </a:ext>
            </a:extLst>
          </p:cNvPr>
          <p:cNvCxnSpPr>
            <a:cxnSpLocks/>
          </p:cNvCxnSpPr>
          <p:nvPr/>
        </p:nvCxnSpPr>
        <p:spPr>
          <a:xfrm>
            <a:off x="5029691" y="2310710"/>
            <a:ext cx="257242" cy="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557;p44">
            <a:extLst>
              <a:ext uri="{FF2B5EF4-FFF2-40B4-BE49-F238E27FC236}">
                <a16:creationId xmlns:a16="http://schemas.microsoft.com/office/drawing/2014/main" id="{77065142-8A99-1ED5-F043-B49FAECA1B89}"/>
              </a:ext>
            </a:extLst>
          </p:cNvPr>
          <p:cNvCxnSpPr>
            <a:cxnSpLocks/>
          </p:cNvCxnSpPr>
          <p:nvPr/>
        </p:nvCxnSpPr>
        <p:spPr>
          <a:xfrm>
            <a:off x="2439857" y="2337669"/>
            <a:ext cx="276213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7F74BD4-E0D4-99A6-987C-76799AD26110}"/>
              </a:ext>
            </a:extLst>
          </p:cNvPr>
          <p:cNvSpPr txBox="1"/>
          <p:nvPr/>
        </p:nvSpPr>
        <p:spPr>
          <a:xfrm>
            <a:off x="1422506" y="3200429"/>
            <a:ext cx="47770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Descubrimiento clave:</a:t>
            </a:r>
          </a:p>
          <a:p>
            <a:pPr marL="742950" lvl="1" indent="-285750">
              <a:buFont typeface="Courier New"/>
              <a:buChar char="o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4 </a:t>
            </a:r>
            <a:r>
              <a:rPr lang="es-ES" err="1">
                <a:solidFill>
                  <a:schemeClr val="tx1"/>
                </a:solidFill>
                <a:latin typeface="Inter Tight"/>
              </a:rPr>
              <a:t>features</a:t>
            </a:r>
            <a:r>
              <a:rPr lang="es-ES" dirty="0">
                <a:solidFill>
                  <a:schemeClr val="tx1"/>
                </a:solidFill>
                <a:latin typeface="Inter Tight"/>
              </a:rPr>
              <a:t> de proximidad a obstáculos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E40F62-201F-98AD-EE58-02A0CE83ABC3}"/>
              </a:ext>
            </a:extLst>
          </p:cNvPr>
          <p:cNvSpPr txBox="1"/>
          <p:nvPr/>
        </p:nvSpPr>
        <p:spPr>
          <a:xfrm>
            <a:off x="1422506" y="3723406"/>
            <a:ext cx="47770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Reducción de colisiones 70% → &lt;5%</a:t>
            </a:r>
          </a:p>
          <a:p>
            <a:pPr marL="285750" indent="-285750"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El agente "ve" los </a:t>
            </a:r>
            <a:r>
              <a:rPr lang="es-ES" err="1">
                <a:solidFill>
                  <a:schemeClr val="tx1"/>
                </a:solidFill>
                <a:latin typeface="Inter Tight"/>
              </a:rPr>
              <a:t>obstaculos</a:t>
            </a:r>
            <a:endParaRPr lang="es-ES">
              <a:solidFill>
                <a:schemeClr val="tx1"/>
              </a:solidFill>
              <a:latin typeface="Inter Tight"/>
            </a:endParaRPr>
          </a:p>
        </p:txBody>
      </p:sp>
    </p:spTree>
    <p:extLst>
      <p:ext uri="{BB962C8B-B14F-4D97-AF65-F5344CB8AC3E}">
        <p14:creationId xmlns:p14="http://schemas.microsoft.com/office/powerpoint/2010/main" val="77594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Sistema de </a:t>
            </a:r>
            <a:r>
              <a:rPr lang="en" dirty="0" err="1"/>
              <a:t>recompensas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964F777-6240-9FD8-DF8F-38AB0EDF5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48060"/>
              </p:ext>
            </p:extLst>
          </p:nvPr>
        </p:nvGraphicFramePr>
        <p:xfrm>
          <a:off x="1043904" y="1762937"/>
          <a:ext cx="3527332" cy="1986552"/>
        </p:xfrm>
        <a:graphic>
          <a:graphicData uri="http://schemas.openxmlformats.org/drawingml/2006/table">
            <a:tbl>
              <a:tblPr bandRow="1" bandCol="1">
                <a:tableStyleId>{ABBD7A99-AF61-47CF-8A4A-5776AE4CDCA0}</a:tableStyleId>
              </a:tblPr>
              <a:tblGrid>
                <a:gridCol w="1763666">
                  <a:extLst>
                    <a:ext uri="{9D8B030D-6E8A-4147-A177-3AD203B41FA5}">
                      <a16:colId xmlns:a16="http://schemas.microsoft.com/office/drawing/2014/main" val="3646488040"/>
                    </a:ext>
                  </a:extLst>
                </a:gridCol>
                <a:gridCol w="1763666">
                  <a:extLst>
                    <a:ext uri="{9D8B030D-6E8A-4147-A177-3AD203B41FA5}">
                      <a16:colId xmlns:a16="http://schemas.microsoft.com/office/drawing/2014/main" val="2623134813"/>
                    </a:ext>
                  </a:extLst>
                </a:gridCol>
              </a:tblGrid>
              <a:tr h="331092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accent6"/>
                          </a:solidFill>
                          <a:latin typeface="Inter Tight"/>
                        </a:rPr>
                        <a:t>Event</a:t>
                      </a:r>
                      <a:r>
                        <a:rPr lang="es-ES" sz="1400" b="1" i="0" u="none" strike="noStrike" cap="none" dirty="0">
                          <a:solidFill>
                            <a:schemeClr val="accent6"/>
                          </a:solidFill>
                          <a:latin typeface="Inter Tight"/>
                          <a:cs typeface="Arial"/>
                          <a:sym typeface="Arial"/>
                        </a:rPr>
                        <a:t>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latin typeface="Inter Tight"/>
                        </a:rPr>
                        <a:t>Recompensa</a:t>
                      </a:r>
                    </a:p>
                  </a:txBody>
                  <a:tcPr>
                    <a:solidFill>
                      <a:srgbClr val="EB8F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08913"/>
                  </a:ext>
                </a:extLst>
              </a:tr>
              <a:tr h="331092">
                <a:tc>
                  <a:txBody>
                    <a:bodyPr/>
                    <a:lstStyle/>
                    <a:p>
                      <a:r>
                        <a:rPr lang="es-ES" dirty="0"/>
                        <a:t>Paso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1905"/>
                  </a:ext>
                </a:extLst>
              </a:tr>
              <a:tr h="331092">
                <a:tc>
                  <a:txBody>
                    <a:bodyPr/>
                    <a:lstStyle/>
                    <a:p>
                      <a:r>
                        <a:rPr lang="es-ES" err="1"/>
                        <a:t>Colision</a:t>
                      </a:r>
                      <a:endParaRPr lang="es-E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47034"/>
                  </a:ext>
                </a:extLst>
              </a:tr>
              <a:tr h="331092">
                <a:tc>
                  <a:txBody>
                    <a:bodyPr/>
                    <a:lstStyle/>
                    <a:p>
                      <a:r>
                        <a:rPr lang="es-ES" dirty="0"/>
                        <a:t>Recoger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+100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50424"/>
                  </a:ext>
                </a:extLst>
              </a:tr>
              <a:tr h="331092">
                <a:tc>
                  <a:txBody>
                    <a:bodyPr/>
                    <a:lstStyle/>
                    <a:p>
                      <a:r>
                        <a:rPr lang="es-ES" dirty="0"/>
                        <a:t>Entregar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+200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351825"/>
                  </a:ext>
                </a:extLst>
              </a:tr>
              <a:tr h="331092">
                <a:tc>
                  <a:txBody>
                    <a:bodyPr/>
                    <a:lstStyle/>
                    <a:p>
                      <a:r>
                        <a:rPr lang="es-ES" dirty="0"/>
                        <a:t>Soltar 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11517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8CFAF2E6-1E60-28D4-A826-54CBE7AAE040}"/>
              </a:ext>
            </a:extLst>
          </p:cNvPr>
          <p:cNvSpPr txBox="1"/>
          <p:nvPr/>
        </p:nvSpPr>
        <p:spPr>
          <a:xfrm>
            <a:off x="5050819" y="1909654"/>
            <a:ext cx="389531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s-ES" dirty="0">
                <a:latin typeface="Inter Tight"/>
              </a:rPr>
              <a:t>Versión inicial → demasiado </a:t>
            </a:r>
            <a:r>
              <a:rPr lang="es-ES" i="1" err="1">
                <a:latin typeface="Inter Tight"/>
              </a:rPr>
              <a:t>shaped</a:t>
            </a:r>
            <a:endParaRPr lang="es-ES" i="1">
              <a:latin typeface="Inter Tight"/>
            </a:endParaRPr>
          </a:p>
          <a:p>
            <a:pPr marL="285750" indent="-285750">
              <a:buChar char="•"/>
            </a:pPr>
            <a:r>
              <a:rPr lang="es-ES" dirty="0">
                <a:latin typeface="Inter Tight"/>
              </a:rPr>
              <a:t>Optimizaba recompensas intermedias no tarea</a:t>
            </a:r>
          </a:p>
        </p:txBody>
      </p:sp>
      <p:sp>
        <p:nvSpPr>
          <p:cNvPr id="6" name="Google Shape;1227;p54">
            <a:extLst>
              <a:ext uri="{FF2B5EF4-FFF2-40B4-BE49-F238E27FC236}">
                <a16:creationId xmlns:a16="http://schemas.microsoft.com/office/drawing/2014/main" id="{34766FF2-59D0-C482-B425-39B5C43ED189}"/>
              </a:ext>
            </a:extLst>
          </p:cNvPr>
          <p:cNvSpPr/>
          <p:nvPr/>
        </p:nvSpPr>
        <p:spPr>
          <a:xfrm rot="5400000">
            <a:off x="5842684" y="2832747"/>
            <a:ext cx="458523" cy="271565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0588DA-7AA1-263E-69D7-4FC02EE2681D}"/>
              </a:ext>
            </a:extLst>
          </p:cNvPr>
          <p:cNvSpPr txBox="1"/>
          <p:nvPr/>
        </p:nvSpPr>
        <p:spPr>
          <a:xfrm>
            <a:off x="5268892" y="3250980"/>
            <a:ext cx="36712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>
                <a:latin typeface="Inter Tight"/>
              </a:rPr>
              <a:t>Generalización mucho mejor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A55DA2-8418-064B-FDAC-27268CB1F3E7}"/>
              </a:ext>
            </a:extLst>
          </p:cNvPr>
          <p:cNvSpPr txBox="1"/>
          <p:nvPr/>
        </p:nvSpPr>
        <p:spPr>
          <a:xfrm>
            <a:off x="6208986" y="2768167"/>
            <a:ext cx="19098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1000" dirty="0"/>
              <a:t>Recompensas </a:t>
            </a:r>
            <a:r>
              <a:rPr lang="es-ES" sz="1000" i="1" err="1"/>
              <a:t>sparse</a:t>
            </a:r>
            <a:r>
              <a:rPr lang="es-ES" sz="1000" dirty="0"/>
              <a:t> y simples</a:t>
            </a:r>
            <a:endParaRPr lang="es-E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Arquitectura</a:t>
            </a:r>
            <a:r>
              <a:rPr lang="en" dirty="0"/>
              <a:t> de la red y Experience Replay</a:t>
            </a:r>
          </a:p>
        </p:txBody>
      </p:sp>
      <p:grpSp>
        <p:nvGrpSpPr>
          <p:cNvPr id="761" name="Google Shape;761;p47"/>
          <p:cNvGrpSpPr/>
          <p:nvPr/>
        </p:nvGrpSpPr>
        <p:grpSpPr>
          <a:xfrm>
            <a:off x="900970" y="1654360"/>
            <a:ext cx="1427328" cy="2475142"/>
            <a:chOff x="5513040" y="4355640"/>
            <a:chExt cx="602280" cy="1045440"/>
          </a:xfrm>
        </p:grpSpPr>
        <p:sp>
          <p:nvSpPr>
            <p:cNvPr id="762" name="Google Shape;762;p47"/>
            <p:cNvSpPr/>
            <p:nvPr/>
          </p:nvSpPr>
          <p:spPr>
            <a:xfrm>
              <a:off x="5513040" y="4389480"/>
              <a:ext cx="602280" cy="960480"/>
            </a:xfrm>
            <a:custGeom>
              <a:avLst/>
              <a:gdLst/>
              <a:ahLst/>
              <a:cxnLst/>
              <a:rect l="l" t="t" r="r" b="b"/>
              <a:pathLst>
                <a:path w="1673" h="2668" extrusionOk="0">
                  <a:moveTo>
                    <a:pt x="1673" y="2668"/>
                  </a:moveTo>
                  <a:lnTo>
                    <a:pt x="0" y="2668"/>
                  </a:lnTo>
                  <a:lnTo>
                    <a:pt x="0" y="0"/>
                  </a:lnTo>
                  <a:lnTo>
                    <a:pt x="1673" y="0"/>
                  </a:lnTo>
                  <a:lnTo>
                    <a:pt x="1673" y="26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594720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599652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6045840" y="44780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594720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599652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6045840" y="452664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594720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599652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6045840" y="457560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594720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7"/>
            <p:cNvSpPr/>
            <p:nvPr/>
          </p:nvSpPr>
          <p:spPr>
            <a:xfrm>
              <a:off x="599652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7"/>
            <p:cNvSpPr/>
            <p:nvPr/>
          </p:nvSpPr>
          <p:spPr>
            <a:xfrm>
              <a:off x="6045840" y="4624560"/>
              <a:ext cx="25560" cy="25560"/>
            </a:xfrm>
            <a:custGeom>
              <a:avLst/>
              <a:gdLst/>
              <a:ahLst/>
              <a:cxnLst/>
              <a:rect l="l" t="t" r="r" b="b"/>
              <a:pathLst>
                <a:path w="71" h="71" extrusionOk="0">
                  <a:moveTo>
                    <a:pt x="71" y="71"/>
                  </a:moveTo>
                  <a:lnTo>
                    <a:pt x="0" y="71"/>
                  </a:lnTo>
                  <a:lnTo>
                    <a:pt x="0" y="0"/>
                  </a:lnTo>
                  <a:lnTo>
                    <a:pt x="71" y="0"/>
                  </a:lnTo>
                  <a:lnTo>
                    <a:pt x="71" y="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7"/>
            <p:cNvSpPr/>
            <p:nvPr/>
          </p:nvSpPr>
          <p:spPr>
            <a:xfrm>
              <a:off x="562824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7" y="178"/>
                    <a:pt x="88" y="178"/>
                  </a:cubicBezTo>
                  <a:cubicBezTo>
                    <a:pt x="39" y="178"/>
                    <a:pt x="0" y="138"/>
                    <a:pt x="0" y="89"/>
                  </a:cubicBezTo>
                  <a:cubicBezTo>
                    <a:pt x="0" y="40"/>
                    <a:pt x="39" y="0"/>
                    <a:pt x="88" y="0"/>
                  </a:cubicBezTo>
                  <a:cubicBezTo>
                    <a:pt x="137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5721120" y="4734360"/>
              <a:ext cx="64080" cy="64080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78" y="89"/>
                  </a:moveTo>
                  <a:cubicBezTo>
                    <a:pt x="178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8" y="40"/>
                    <a:pt x="178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7"/>
            <p:cNvSpPr/>
            <p:nvPr/>
          </p:nvSpPr>
          <p:spPr>
            <a:xfrm>
              <a:off x="581436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7"/>
            <p:cNvSpPr/>
            <p:nvPr/>
          </p:nvSpPr>
          <p:spPr>
            <a:xfrm>
              <a:off x="5907240" y="4734360"/>
              <a:ext cx="64080" cy="64080"/>
            </a:xfrm>
            <a:custGeom>
              <a:avLst/>
              <a:gdLst/>
              <a:ahLst/>
              <a:cxnLst/>
              <a:rect l="l" t="t" r="r" b="b"/>
              <a:pathLst>
                <a:path w="178" h="178" extrusionOk="0">
                  <a:moveTo>
                    <a:pt x="178" y="89"/>
                  </a:moveTo>
                  <a:cubicBezTo>
                    <a:pt x="178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8" y="40"/>
                    <a:pt x="178" y="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6000480" y="4734360"/>
              <a:ext cx="63720" cy="64080"/>
            </a:xfrm>
            <a:custGeom>
              <a:avLst/>
              <a:gdLst/>
              <a:ahLst/>
              <a:cxnLst/>
              <a:rect l="l" t="t" r="r" b="b"/>
              <a:pathLst>
                <a:path w="177" h="178" extrusionOk="0">
                  <a:moveTo>
                    <a:pt x="177" y="89"/>
                  </a:moveTo>
                  <a:cubicBezTo>
                    <a:pt x="177" y="138"/>
                    <a:pt x="138" y="178"/>
                    <a:pt x="89" y="178"/>
                  </a:cubicBezTo>
                  <a:cubicBezTo>
                    <a:pt x="40" y="178"/>
                    <a:pt x="0" y="138"/>
                    <a:pt x="0" y="89"/>
                  </a:cubicBezTo>
                  <a:cubicBezTo>
                    <a:pt x="0" y="40"/>
                    <a:pt x="40" y="0"/>
                    <a:pt x="89" y="0"/>
                  </a:cubicBezTo>
                  <a:cubicBezTo>
                    <a:pt x="138" y="0"/>
                    <a:pt x="177" y="40"/>
                    <a:pt x="177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9075" rIns="90000" bIns="190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5513040" y="4355640"/>
              <a:ext cx="83160" cy="994320"/>
            </a:xfrm>
            <a:custGeom>
              <a:avLst/>
              <a:gdLst/>
              <a:ahLst/>
              <a:cxnLst/>
              <a:rect l="l" t="t" r="r" b="b"/>
              <a:pathLst>
                <a:path w="231" h="2762" extrusionOk="0">
                  <a:moveTo>
                    <a:pt x="231" y="2762"/>
                  </a:moveTo>
                  <a:lnTo>
                    <a:pt x="0" y="2762"/>
                  </a:lnTo>
                  <a:lnTo>
                    <a:pt x="0" y="0"/>
                  </a:lnTo>
                  <a:lnTo>
                    <a:pt x="231" y="0"/>
                  </a:lnTo>
                  <a:lnTo>
                    <a:pt x="231" y="27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5542920" y="4389480"/>
              <a:ext cx="23760" cy="921240"/>
            </a:xfrm>
            <a:custGeom>
              <a:avLst/>
              <a:gdLst/>
              <a:ahLst/>
              <a:cxnLst/>
              <a:rect l="l" t="t" r="r" b="b"/>
              <a:pathLst>
                <a:path w="66" h="2559" extrusionOk="0">
                  <a:moveTo>
                    <a:pt x="66" y="2559"/>
                  </a:moveTo>
                  <a:lnTo>
                    <a:pt x="0" y="2559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255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5643360" y="48852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5643360" y="4912200"/>
              <a:ext cx="415080" cy="12240"/>
            </a:xfrm>
            <a:custGeom>
              <a:avLst/>
              <a:gdLst/>
              <a:ahLst/>
              <a:cxnLst/>
              <a:rect l="l" t="t" r="r" b="b"/>
              <a:pathLst>
                <a:path w="1153" h="34" extrusionOk="0">
                  <a:moveTo>
                    <a:pt x="1153" y="34"/>
                  </a:moveTo>
                  <a:lnTo>
                    <a:pt x="0" y="34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5643360" y="493956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5643360" y="49669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5643360" y="4993920"/>
              <a:ext cx="415080" cy="12240"/>
            </a:xfrm>
            <a:custGeom>
              <a:avLst/>
              <a:gdLst/>
              <a:ahLst/>
              <a:cxnLst/>
              <a:rect l="l" t="t" r="r" b="b"/>
              <a:pathLst>
                <a:path w="1153" h="34" extrusionOk="0">
                  <a:moveTo>
                    <a:pt x="1153" y="34"/>
                  </a:moveTo>
                  <a:lnTo>
                    <a:pt x="0" y="34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5643360" y="502128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5643360" y="504864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5643360" y="50760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5643360" y="510300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5643360" y="513036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5643360" y="51577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5643360" y="518472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5643360" y="521208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5643360" y="5239440"/>
              <a:ext cx="415080" cy="11880"/>
            </a:xfrm>
            <a:custGeom>
              <a:avLst/>
              <a:gdLst/>
              <a:ahLst/>
              <a:cxnLst/>
              <a:rect l="l" t="t" r="r" b="b"/>
              <a:pathLst>
                <a:path w="1153" h="33" extrusionOk="0">
                  <a:moveTo>
                    <a:pt x="1153" y="33"/>
                  </a:moveTo>
                  <a:lnTo>
                    <a:pt x="0" y="33"/>
                  </a:lnTo>
                  <a:lnTo>
                    <a:pt x="0" y="0"/>
                  </a:lnTo>
                  <a:lnTo>
                    <a:pt x="1153" y="0"/>
                  </a:lnTo>
                  <a:lnTo>
                    <a:pt x="1153" y="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5554800" y="5349960"/>
              <a:ext cx="41400" cy="51120"/>
            </a:xfrm>
            <a:custGeom>
              <a:avLst/>
              <a:gdLst/>
              <a:ahLst/>
              <a:cxnLst/>
              <a:rect l="l" t="t" r="r" b="b"/>
              <a:pathLst>
                <a:path w="115" h="142" extrusionOk="0">
                  <a:moveTo>
                    <a:pt x="115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15" y="0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6037920" y="5349960"/>
              <a:ext cx="41400" cy="51120"/>
            </a:xfrm>
            <a:custGeom>
              <a:avLst/>
              <a:gdLst/>
              <a:ahLst/>
              <a:cxnLst/>
              <a:rect l="l" t="t" r="r" b="b"/>
              <a:pathLst>
                <a:path w="115" h="142" extrusionOk="0">
                  <a:moveTo>
                    <a:pt x="115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15" y="0"/>
                  </a:lnTo>
                  <a:lnTo>
                    <a:pt x="115" y="1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6100" rIns="90000" bIns="6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5628240" y="4464000"/>
              <a:ext cx="287280" cy="20088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798" y="558"/>
                  </a:moveTo>
                  <a:lnTo>
                    <a:pt x="0" y="558"/>
                  </a:lnTo>
                  <a:lnTo>
                    <a:pt x="0" y="0"/>
                  </a:lnTo>
                  <a:lnTo>
                    <a:pt x="798" y="0"/>
                  </a:lnTo>
                  <a:lnTo>
                    <a:pt x="798" y="5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5628240" y="4464000"/>
              <a:ext cx="287280" cy="20088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0" y="0"/>
                  </a:moveTo>
                  <a:lnTo>
                    <a:pt x="712" y="74"/>
                  </a:lnTo>
                  <a:lnTo>
                    <a:pt x="798" y="558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3A3A">
                <a:alpha val="2063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DB0DCAB2-89E0-9A50-D99B-3FAD210D6FE8}"/>
              </a:ext>
            </a:extLst>
          </p:cNvPr>
          <p:cNvSpPr txBox="1"/>
          <p:nvPr/>
        </p:nvSpPr>
        <p:spPr>
          <a:xfrm>
            <a:off x="3420204" y="1335423"/>
            <a:ext cx="482600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Inter Tight"/>
              </a:rPr>
              <a:t>Red final:</a:t>
            </a:r>
          </a:p>
          <a:p>
            <a:pPr marL="742950" lvl="1" indent="-285750"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23 → 128 → 64 → </a:t>
            </a:r>
            <a:r>
              <a:rPr lang="es-ES" err="1">
                <a:solidFill>
                  <a:schemeClr val="tx1"/>
                </a:solidFill>
                <a:latin typeface="Inter Tight"/>
              </a:rPr>
              <a:t>nº</a:t>
            </a:r>
            <a:r>
              <a:rPr lang="es-ES" dirty="0">
                <a:solidFill>
                  <a:schemeClr val="tx1"/>
                </a:solidFill>
                <a:latin typeface="Inter Tight"/>
              </a:rPr>
              <a:t> acciones, </a:t>
            </a:r>
            <a:r>
              <a:rPr lang="es-ES" err="1">
                <a:solidFill>
                  <a:schemeClr val="tx1"/>
                </a:solidFill>
                <a:latin typeface="Inter Tight"/>
              </a:rPr>
              <a:t>ReLU</a:t>
            </a:r>
            <a:endParaRPr lang="es-ES">
              <a:solidFill>
                <a:schemeClr val="tx1"/>
              </a:solidFill>
              <a:latin typeface="Inter Tight"/>
            </a:endParaRPr>
          </a:p>
          <a:p>
            <a:pPr marL="742950" lvl="1" indent="-285750"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Dos capas ocultas: equilibrio entre capacidad y eficiencia.</a:t>
            </a:r>
          </a:p>
          <a:p>
            <a:pPr marL="742950" lvl="1" indent="-285750">
              <a:buChar char="•"/>
            </a:pPr>
            <a:endParaRPr lang="es-ES" dirty="0">
              <a:solidFill>
                <a:schemeClr val="tx1"/>
              </a:solidFill>
              <a:latin typeface="Inter Tight"/>
            </a:endParaRPr>
          </a:p>
          <a:p>
            <a:r>
              <a:rPr lang="es-ES" b="1" dirty="0" err="1">
                <a:solidFill>
                  <a:schemeClr val="tx1"/>
                </a:solidFill>
                <a:latin typeface="Inter Tight"/>
              </a:rPr>
              <a:t>Experience</a:t>
            </a:r>
            <a:r>
              <a:rPr lang="es-ES" b="1" dirty="0">
                <a:solidFill>
                  <a:schemeClr val="tx1"/>
                </a:solidFill>
                <a:latin typeface="Inter Tight"/>
              </a:rPr>
              <a:t> Replay:</a:t>
            </a:r>
          </a:p>
          <a:p>
            <a:pPr marL="742950" lvl="1" indent="-285750"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Memoria de 10k–30k experiencias</a:t>
            </a:r>
          </a:p>
          <a:p>
            <a:pPr marL="742950" lvl="1" indent="-285750">
              <a:buFont typeface="Arial"/>
              <a:buChar char="•"/>
            </a:pPr>
            <a:r>
              <a:rPr lang="es-ES" err="1">
                <a:solidFill>
                  <a:schemeClr val="tx1"/>
                </a:solidFill>
                <a:latin typeface="Inter Tight"/>
              </a:rPr>
              <a:t>Sampleo</a:t>
            </a:r>
            <a:r>
              <a:rPr lang="es-ES" dirty="0">
                <a:solidFill>
                  <a:schemeClr val="tx1"/>
                </a:solidFill>
                <a:latin typeface="Inter Tight"/>
              </a:rPr>
              <a:t> aleatorio → evita olvido catastrófico</a:t>
            </a:r>
          </a:p>
          <a:p>
            <a:pPr marL="742950" lvl="1" indent="-285750"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Priorización de experiencias “positivas” (recoger, entregar)</a:t>
            </a:r>
          </a:p>
          <a:p>
            <a:pPr marL="742950" lvl="1" indent="-285750">
              <a:buChar char="•"/>
            </a:pPr>
            <a:endParaRPr lang="es-ES" dirty="0">
              <a:solidFill>
                <a:schemeClr val="tx1"/>
              </a:solidFill>
              <a:latin typeface="Inter Tight"/>
            </a:endParaRPr>
          </a:p>
          <a:p>
            <a:r>
              <a:rPr lang="es-ES" b="1" dirty="0">
                <a:solidFill>
                  <a:schemeClr val="tx1"/>
                </a:solidFill>
                <a:latin typeface="Inter Tight"/>
              </a:rPr>
              <a:t>Impacto:</a:t>
            </a:r>
          </a:p>
          <a:p>
            <a:pPr marL="742950" lvl="1" indent="-285750"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  <a:latin typeface="Inter Tight"/>
              </a:rPr>
              <a:t>Aprendizaje más estable y eficiente.</a:t>
            </a:r>
          </a:p>
          <a:p>
            <a:pPr algn="l"/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Entrenamiento</a:t>
            </a:r>
            <a:r>
              <a:rPr lang="en" dirty="0"/>
              <a:t> </a:t>
            </a:r>
            <a:r>
              <a:rPr lang="en" dirty="0" err="1"/>
              <a:t>en</a:t>
            </a:r>
            <a:r>
              <a:rPr lang="en" dirty="0"/>
              <a:t> </a:t>
            </a:r>
            <a:r>
              <a:rPr lang="en" dirty="0" err="1"/>
              <a:t>cada</a:t>
            </a:r>
            <a:r>
              <a:rPr lang="en" dirty="0"/>
              <a:t> </a:t>
            </a:r>
            <a:r>
              <a:rPr lang="en" dirty="0" err="1"/>
              <a:t>entorno</a:t>
            </a:r>
          </a:p>
        </p:txBody>
      </p:sp>
      <p:sp>
        <p:nvSpPr>
          <p:cNvPr id="459" name="Google Shape;459;p38"/>
          <p:cNvSpPr/>
          <p:nvPr/>
        </p:nvSpPr>
        <p:spPr>
          <a:xfrm>
            <a:off x="3141737" y="3593456"/>
            <a:ext cx="2876700" cy="63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700" rIns="90000" bIns="45700" anchor="ctr" anchorCtr="0">
            <a:noAutofit/>
          </a:bodyPr>
          <a:lstStyle/>
          <a:p>
            <a:pPr algn="ctr"/>
            <a:r>
              <a:rPr lang="en" sz="1200" b="1" dirty="0" err="1">
                <a:solidFill>
                  <a:schemeClr val="lt1"/>
                </a:solidFill>
                <a:latin typeface="Inter Tight"/>
                <a:ea typeface="Inter Tight"/>
                <a:cs typeface="Inter Tight"/>
              </a:rPr>
              <a:t>Parámetros</a:t>
            </a:r>
          </a:p>
        </p:txBody>
      </p:sp>
      <p:sp>
        <p:nvSpPr>
          <p:cNvPr id="460" name="Google Shape;460;p38"/>
          <p:cNvSpPr/>
          <p:nvPr/>
        </p:nvSpPr>
        <p:spPr>
          <a:xfrm>
            <a:off x="954112" y="1798893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2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decay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= 0.995</a:t>
            </a:r>
            <a:endParaRPr lang="en" sz="1200" b="1" dirty="0">
              <a:solidFill>
                <a:schemeClr val="dk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954210" y="2346418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2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Lr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= 0.001</a:t>
            </a:r>
          </a:p>
        </p:txBody>
      </p:sp>
      <p:sp>
        <p:nvSpPr>
          <p:cNvPr id="463" name="Google Shape;463;p38"/>
          <p:cNvSpPr/>
          <p:nvPr/>
        </p:nvSpPr>
        <p:spPr>
          <a:xfrm>
            <a:off x="3598937" y="1251368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600" b="1" i="1" dirty="0">
                <a:solidFill>
                  <a:srgbClr val="1F1F1F"/>
                </a:solidFill>
                <a:ea typeface="Inter Tight"/>
              </a:rPr>
              <a:t>ε </a:t>
            </a:r>
            <a:r>
              <a:rPr lang="en" b="1" dirty="0">
                <a:solidFill>
                  <a:srgbClr val="1F1F1F"/>
                </a:solidFill>
                <a:ea typeface="Inter Tight"/>
              </a:rPr>
              <a:t>= 1</a:t>
            </a:r>
            <a:endParaRPr lang="es-ES" b="1" dirty="0"/>
          </a:p>
        </p:txBody>
      </p:sp>
      <p:sp>
        <p:nvSpPr>
          <p:cNvPr id="464" name="Google Shape;464;p38"/>
          <p:cNvSpPr/>
          <p:nvPr/>
        </p:nvSpPr>
        <p:spPr>
          <a:xfrm>
            <a:off x="3598937" y="1798892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2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decay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= 0.997</a:t>
            </a:r>
          </a:p>
        </p:txBody>
      </p:sp>
      <p:sp>
        <p:nvSpPr>
          <p:cNvPr id="465" name="Google Shape;465;p38"/>
          <p:cNvSpPr/>
          <p:nvPr/>
        </p:nvSpPr>
        <p:spPr>
          <a:xfrm>
            <a:off x="3598937" y="2346418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1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Lr</a:t>
            </a:r>
            <a:r>
              <a:rPr lang="en" sz="11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= 0.0005, </a:t>
            </a:r>
            <a:r>
              <a:rPr lang="en" sz="11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buffer</a:t>
            </a:r>
            <a:r>
              <a:rPr lang="en" sz="11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= 20.000</a:t>
            </a:r>
          </a:p>
        </p:txBody>
      </p:sp>
      <p:sp>
        <p:nvSpPr>
          <p:cNvPr id="466" name="Google Shape;466;p38"/>
          <p:cNvSpPr/>
          <p:nvPr/>
        </p:nvSpPr>
        <p:spPr>
          <a:xfrm>
            <a:off x="6193155" y="1251368"/>
            <a:ext cx="22389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600" b="1" i="1" dirty="0">
                <a:solidFill>
                  <a:srgbClr val="1F1F1F"/>
                </a:solidFill>
                <a:ea typeface="Inter Tight"/>
              </a:rPr>
              <a:t>ε </a:t>
            </a:r>
            <a:r>
              <a:rPr lang="en" b="1" dirty="0">
                <a:solidFill>
                  <a:srgbClr val="1F1F1F"/>
                </a:solidFill>
                <a:ea typeface="Inter Tight"/>
              </a:rPr>
              <a:t>= 0.3</a:t>
            </a:r>
            <a:endParaRPr lang="es-ES" b="1" dirty="0"/>
          </a:p>
        </p:txBody>
      </p:sp>
      <p:sp>
        <p:nvSpPr>
          <p:cNvPr id="467" name="Google Shape;467;p38"/>
          <p:cNvSpPr/>
          <p:nvPr/>
        </p:nvSpPr>
        <p:spPr>
          <a:xfrm>
            <a:off x="6193149" y="1798893"/>
            <a:ext cx="22389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600" b="1" i="1" dirty="0" err="1">
                <a:solidFill>
                  <a:srgbClr val="1F1F1F"/>
                </a:solidFill>
                <a:ea typeface="Inter Tight"/>
              </a:rPr>
              <a:t>ε</a:t>
            </a:r>
            <a:r>
              <a:rPr lang="en" sz="1000" b="1" i="1" dirty="0" err="1">
                <a:solidFill>
                  <a:srgbClr val="1F1F1F"/>
                </a:solidFill>
                <a:ea typeface="Inter Tight"/>
              </a:rPr>
              <a:t>min</a:t>
            </a:r>
            <a:r>
              <a:rPr lang="en" sz="1600" b="1" i="1" dirty="0">
                <a:solidFill>
                  <a:srgbClr val="1F1F1F"/>
                </a:solidFill>
                <a:ea typeface="Inter Tight"/>
              </a:rPr>
              <a:t> </a:t>
            </a:r>
            <a:r>
              <a:rPr lang="en" b="1" dirty="0">
                <a:solidFill>
                  <a:srgbClr val="1F1F1F"/>
                </a:solidFill>
                <a:ea typeface="Inter Tight"/>
              </a:rPr>
              <a:t>= 0.05</a:t>
            </a:r>
            <a:endParaRPr lang="es-ES" dirty="0"/>
          </a:p>
        </p:txBody>
      </p:sp>
      <p:sp>
        <p:nvSpPr>
          <p:cNvPr id="468" name="Google Shape;468;p38"/>
          <p:cNvSpPr/>
          <p:nvPr/>
        </p:nvSpPr>
        <p:spPr>
          <a:xfrm>
            <a:off x="728087" y="2929968"/>
            <a:ext cx="2414100" cy="546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algn="ctr"/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Entorno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1 - </a:t>
            </a:r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Recoger</a:t>
            </a:r>
          </a:p>
        </p:txBody>
      </p:sp>
      <p:sp>
        <p:nvSpPr>
          <p:cNvPr id="469" name="Google Shape;469;p38"/>
          <p:cNvSpPr/>
          <p:nvPr/>
        </p:nvSpPr>
        <p:spPr>
          <a:xfrm>
            <a:off x="3373037" y="2929968"/>
            <a:ext cx="2414100" cy="546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algn="ctr"/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Entorno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2 – </a:t>
            </a:r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Recoger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+ </a:t>
            </a:r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entregar</a:t>
            </a:r>
          </a:p>
        </p:txBody>
      </p:sp>
      <p:sp>
        <p:nvSpPr>
          <p:cNvPr id="470" name="Google Shape;470;p38"/>
          <p:cNvSpPr/>
          <p:nvPr/>
        </p:nvSpPr>
        <p:spPr>
          <a:xfrm>
            <a:off x="6018036" y="2929968"/>
            <a:ext cx="2414100" cy="546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pPr algn="ctr"/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Entorno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3 – </a:t>
            </a:r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Objetos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r>
              <a:rPr lang="en" sz="1200" b="1" dirty="0" err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aleatorios</a:t>
            </a:r>
            <a:r>
              <a:rPr lang="en" sz="12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lang="es-ES" sz="1200" b="1" dirty="0">
              <a:solidFill>
                <a:schemeClr val="dk1"/>
              </a:solidFill>
              <a:latin typeface="Inter Tight"/>
              <a:ea typeface="Inter Tight"/>
              <a:cs typeface="Inter Tight"/>
            </a:endParaRPr>
          </a:p>
        </p:txBody>
      </p:sp>
      <p:sp>
        <p:nvSpPr>
          <p:cNvPr id="471" name="Google Shape;471;p38"/>
          <p:cNvSpPr/>
          <p:nvPr/>
        </p:nvSpPr>
        <p:spPr>
          <a:xfrm>
            <a:off x="6193137" y="2346418"/>
            <a:ext cx="22389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1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Lr</a:t>
            </a:r>
            <a:r>
              <a:rPr lang="en" sz="11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= 0.0003, </a:t>
            </a:r>
            <a:r>
              <a:rPr lang="en" sz="1100" b="1" i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buffer</a:t>
            </a:r>
            <a:r>
              <a:rPr lang="en" sz="1100" b="1" dirty="0">
                <a:solidFill>
                  <a:schemeClr val="dk1"/>
                </a:solidFill>
                <a:latin typeface="Inter Tight"/>
                <a:ea typeface="Inter Tight"/>
                <a:cs typeface="Inter Tight"/>
              </a:rPr>
              <a:t> = 30.000</a:t>
            </a:r>
            <a:endParaRPr lang="es-ES" sz="1100">
              <a:solidFill>
                <a:schemeClr val="dk1"/>
              </a:solidFill>
            </a:endParaRPr>
          </a:p>
        </p:txBody>
      </p:sp>
      <p:cxnSp>
        <p:nvCxnSpPr>
          <p:cNvPr id="473" name="Google Shape;473;p38"/>
          <p:cNvCxnSpPr>
            <a:cxnSpLocks/>
          </p:cNvCxnSpPr>
          <p:nvPr/>
        </p:nvCxnSpPr>
        <p:spPr>
          <a:xfrm rot="10800000">
            <a:off x="1935137" y="3476906"/>
            <a:ext cx="1206600" cy="434738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4" name="Google Shape;474;p38"/>
          <p:cNvCxnSpPr>
            <a:cxnSpLocks/>
          </p:cNvCxnSpPr>
          <p:nvPr/>
        </p:nvCxnSpPr>
        <p:spPr>
          <a:xfrm flipV="1">
            <a:off x="6018437" y="3476906"/>
            <a:ext cx="1206649" cy="434738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8"/>
          <p:cNvCxnSpPr>
            <a:cxnSpLocks/>
          </p:cNvCxnSpPr>
          <p:nvPr/>
        </p:nvCxnSpPr>
        <p:spPr>
          <a:xfrm flipV="1">
            <a:off x="4580087" y="3476756"/>
            <a:ext cx="0" cy="116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8"/>
          <p:cNvSpPr/>
          <p:nvPr/>
        </p:nvSpPr>
        <p:spPr>
          <a:xfrm>
            <a:off x="728087" y="1251368"/>
            <a:ext cx="119400" cy="15633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8"/>
          <p:cNvSpPr/>
          <p:nvPr/>
        </p:nvSpPr>
        <p:spPr>
          <a:xfrm>
            <a:off x="3373037" y="1251368"/>
            <a:ext cx="119400" cy="15633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8"/>
          <p:cNvSpPr/>
          <p:nvPr/>
        </p:nvSpPr>
        <p:spPr>
          <a:xfrm>
            <a:off x="6018437" y="1251368"/>
            <a:ext cx="119400" cy="1563300"/>
          </a:xfrm>
          <a:prstGeom prst="leftBracket">
            <a:avLst>
              <a:gd name="adj" fmla="val 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63;p38">
            <a:extLst>
              <a:ext uri="{FF2B5EF4-FFF2-40B4-BE49-F238E27FC236}">
                <a16:creationId xmlns:a16="http://schemas.microsoft.com/office/drawing/2014/main" id="{A7DADBCA-DCA4-2E3C-9490-5EA28F9A8140}"/>
              </a:ext>
            </a:extLst>
          </p:cNvPr>
          <p:cNvSpPr/>
          <p:nvPr/>
        </p:nvSpPr>
        <p:spPr>
          <a:xfrm>
            <a:off x="954402" y="1251368"/>
            <a:ext cx="2188200" cy="468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18000" rIns="90000" bIns="18000" anchor="ctr" anchorCtr="0">
            <a:noAutofit/>
          </a:bodyPr>
          <a:lstStyle/>
          <a:p>
            <a:r>
              <a:rPr lang="en" sz="1600" b="1" i="1" dirty="0">
                <a:solidFill>
                  <a:srgbClr val="1F1F1F"/>
                </a:solidFill>
                <a:ea typeface="Inter Tight"/>
              </a:rPr>
              <a:t>ε </a:t>
            </a:r>
            <a:r>
              <a:rPr lang="en" b="1" dirty="0">
                <a:solidFill>
                  <a:srgbClr val="1F1F1F"/>
                </a:solidFill>
                <a:ea typeface="Inter Tight"/>
              </a:rPr>
              <a:t>= 1</a:t>
            </a:r>
            <a:endParaRPr lang="es-E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Entrenamiento</a:t>
            </a:r>
            <a:r>
              <a:rPr lang="en" dirty="0"/>
              <a:t> – </a:t>
            </a:r>
            <a:r>
              <a:rPr lang="en" dirty="0" err="1"/>
              <a:t>Entorno</a:t>
            </a:r>
            <a:r>
              <a:rPr lang="en" dirty="0"/>
              <a:t> 1</a:t>
            </a:r>
            <a:br>
              <a:rPr lang="en" dirty="0"/>
            </a:br>
            <a:endParaRPr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DA598BD-4445-F215-5A89-3FDBFB280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630" y="3880554"/>
            <a:ext cx="3613590" cy="14508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s-ES" dirty="0"/>
              <a:t>Convergencia rápida (700 pasos </a:t>
            </a:r>
            <a:r>
              <a:rPr lang="es-ES" dirty="0" err="1"/>
              <a:t>aprox</a:t>
            </a:r>
            <a:r>
              <a:rPr lang="es-ES" dirty="0"/>
              <a:t>)</a:t>
            </a:r>
          </a:p>
          <a:p>
            <a:pPr>
              <a:buFont typeface="Arial"/>
              <a:buChar char="•"/>
            </a:pPr>
            <a:r>
              <a:rPr lang="es-ES" dirty="0"/>
              <a:t>Aprende navegación y evita obstáculos</a:t>
            </a:r>
          </a:p>
        </p:txBody>
      </p:sp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D29C0240-5D38-D29E-B795-881828FB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615" y="1483720"/>
            <a:ext cx="5704217" cy="23207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AD51ADCB-F137-89C9-77A1-A769ABA3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>
            <a:extLst>
              <a:ext uri="{FF2B5EF4-FFF2-40B4-BE49-F238E27FC236}">
                <a16:creationId xmlns:a16="http://schemas.microsoft.com/office/drawing/2014/main" id="{6A8CF197-765C-F92C-70F4-2433592F57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Entrenamiento</a:t>
            </a:r>
            <a:r>
              <a:rPr lang="en" dirty="0"/>
              <a:t> – </a:t>
            </a:r>
            <a:r>
              <a:rPr lang="en" dirty="0" err="1"/>
              <a:t>Entorno</a:t>
            </a:r>
            <a:r>
              <a:rPr lang="en" dirty="0"/>
              <a:t> 2</a:t>
            </a:r>
            <a:br>
              <a:rPr lang="en" dirty="0"/>
            </a:br>
            <a:endParaRPr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47A9327-59BB-2B1B-80A6-2E809688E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630" y="3880554"/>
            <a:ext cx="4484318" cy="14508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s-ES" dirty="0" err="1"/>
              <a:t>Plateau</a:t>
            </a:r>
            <a:r>
              <a:rPr lang="es-ES" dirty="0"/>
              <a:t> de </a:t>
            </a:r>
            <a:r>
              <a:rPr lang="es-ES" sz="1400" dirty="0"/>
              <a:t>~</a:t>
            </a:r>
            <a:r>
              <a:rPr lang="es-ES" dirty="0"/>
              <a:t>3000 episodios</a:t>
            </a:r>
          </a:p>
          <a:p>
            <a:pPr>
              <a:buFont typeface="Arial"/>
              <a:buChar char="•"/>
            </a:pPr>
            <a:r>
              <a:rPr lang="es-ES" err="1">
                <a:solidFill>
                  <a:schemeClr val="tx1"/>
                </a:solidFill>
              </a:rPr>
              <a:t>Sparse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err="1">
                <a:solidFill>
                  <a:schemeClr val="tx1"/>
                </a:solidFill>
              </a:rPr>
              <a:t>rewards</a:t>
            </a:r>
            <a:r>
              <a:rPr lang="es-ES" dirty="0">
                <a:solidFill>
                  <a:schemeClr val="tx1"/>
                </a:solidFill>
              </a:rPr>
              <a:t> → tardó en “descubrir” DROP</a:t>
            </a:r>
          </a:p>
          <a:p>
            <a:pPr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</a:rPr>
              <a:t>Convergencia total ~8000 episodios</a:t>
            </a:r>
          </a:p>
        </p:txBody>
      </p:sp>
      <p:pic>
        <p:nvPicPr>
          <p:cNvPr id="2" name="Imagen 1" descr="Gráfico, Gráfico de líneas, Histograma&#10;&#10;El contenido generado por IA puede ser incorrecto.">
            <a:extLst>
              <a:ext uri="{FF2B5EF4-FFF2-40B4-BE49-F238E27FC236}">
                <a16:creationId xmlns:a16="http://schemas.microsoft.com/office/drawing/2014/main" id="{E4BBC8D1-6EE6-FC09-A7ED-865AACDFF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17" y="1482822"/>
            <a:ext cx="5741957" cy="236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25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1BAF245C-CC91-2291-5EF8-2476DFD7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>
            <a:extLst>
              <a:ext uri="{FF2B5EF4-FFF2-40B4-BE49-F238E27FC236}">
                <a16:creationId xmlns:a16="http://schemas.microsoft.com/office/drawing/2014/main" id="{D3E2F2A5-F58C-E1C2-7FD3-E65F30E57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Entrenamiento</a:t>
            </a:r>
            <a:r>
              <a:rPr lang="en" dirty="0"/>
              <a:t> – </a:t>
            </a:r>
            <a:r>
              <a:rPr lang="en" dirty="0" err="1"/>
              <a:t>Entorno</a:t>
            </a:r>
            <a:r>
              <a:rPr lang="en" dirty="0"/>
              <a:t> 3</a:t>
            </a:r>
            <a:br>
              <a:rPr lang="en" dirty="0"/>
            </a:br>
            <a:endParaRPr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81A5944D-A6AE-1990-1957-C07DFF1BF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630" y="3880554"/>
            <a:ext cx="4484318" cy="14508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s-ES" dirty="0"/>
              <a:t>Transfer </a:t>
            </a:r>
            <a:r>
              <a:rPr lang="es-ES" dirty="0" err="1"/>
              <a:t>Learning</a:t>
            </a:r>
            <a:r>
              <a:rPr lang="es-ES" dirty="0"/>
              <a:t> desde E2</a:t>
            </a:r>
          </a:p>
          <a:p>
            <a:pPr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</a:rPr>
              <a:t>Fine </a:t>
            </a:r>
            <a:r>
              <a:rPr lang="es-ES" dirty="0" err="1">
                <a:solidFill>
                  <a:schemeClr val="tx1"/>
                </a:solidFill>
              </a:rPr>
              <a:t>tunning</a:t>
            </a:r>
            <a:r>
              <a:rPr lang="es-ES" dirty="0">
                <a:solidFill>
                  <a:schemeClr val="tx1"/>
                </a:solidFill>
              </a:rPr>
              <a:t> suave</a:t>
            </a:r>
          </a:p>
          <a:p>
            <a:pPr>
              <a:buFont typeface="Arial"/>
              <a:buChar char="•"/>
            </a:pPr>
            <a:r>
              <a:rPr lang="es-ES" dirty="0">
                <a:solidFill>
                  <a:schemeClr val="tx1"/>
                </a:solidFill>
              </a:rPr>
              <a:t>Convergencia total ~2100 episodios</a:t>
            </a:r>
          </a:p>
        </p:txBody>
      </p:sp>
      <p:pic>
        <p:nvPicPr>
          <p:cNvPr id="3" name="Imagen 2" descr="Gráfico, Gráfico de líneas">
            <a:extLst>
              <a:ext uri="{FF2B5EF4-FFF2-40B4-BE49-F238E27FC236}">
                <a16:creationId xmlns:a16="http://schemas.microsoft.com/office/drawing/2014/main" id="{66419B69-C6D0-A79B-022C-663FB4021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16" y="1482823"/>
            <a:ext cx="5820135" cy="239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81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err="1"/>
              <a:t>Resultados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002B732-92AD-C84D-10C5-B1E36F2CF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170960"/>
              </p:ext>
            </p:extLst>
          </p:nvPr>
        </p:nvGraphicFramePr>
        <p:xfrm>
          <a:off x="310011" y="1269700"/>
          <a:ext cx="8520603" cy="2622940"/>
        </p:xfrm>
        <a:graphic>
          <a:graphicData uri="http://schemas.openxmlformats.org/drawingml/2006/table">
            <a:tbl>
              <a:tblPr firstRow="1" bandRow="1">
                <a:noFill/>
                <a:tableStyleId>{ABBD7A99-AF61-47CF-8A4A-5776AE4CDCA0}</a:tableStyleId>
              </a:tblPr>
              <a:tblGrid>
                <a:gridCol w="1544126">
                  <a:extLst>
                    <a:ext uri="{9D8B030D-6E8A-4147-A177-3AD203B41FA5}">
                      <a16:colId xmlns:a16="http://schemas.microsoft.com/office/drawing/2014/main" val="1105129134"/>
                    </a:ext>
                  </a:extLst>
                </a:gridCol>
                <a:gridCol w="1610954">
                  <a:extLst>
                    <a:ext uri="{9D8B030D-6E8A-4147-A177-3AD203B41FA5}">
                      <a16:colId xmlns:a16="http://schemas.microsoft.com/office/drawing/2014/main" val="165378791"/>
                    </a:ext>
                  </a:extLst>
                </a:gridCol>
                <a:gridCol w="1489091">
                  <a:extLst>
                    <a:ext uri="{9D8B030D-6E8A-4147-A177-3AD203B41FA5}">
                      <a16:colId xmlns:a16="http://schemas.microsoft.com/office/drawing/2014/main" val="1570948879"/>
                    </a:ext>
                  </a:extLst>
                </a:gridCol>
                <a:gridCol w="1778025">
                  <a:extLst>
                    <a:ext uri="{9D8B030D-6E8A-4147-A177-3AD203B41FA5}">
                      <a16:colId xmlns:a16="http://schemas.microsoft.com/office/drawing/2014/main" val="70517233"/>
                    </a:ext>
                  </a:extLst>
                </a:gridCol>
                <a:gridCol w="2098407">
                  <a:extLst>
                    <a:ext uri="{9D8B030D-6E8A-4147-A177-3AD203B41FA5}">
                      <a16:colId xmlns:a16="http://schemas.microsoft.com/office/drawing/2014/main" val="1843840588"/>
                    </a:ext>
                  </a:extLst>
                </a:gridCol>
              </a:tblGrid>
              <a:tr h="9626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 Tight"/>
                        </a:rPr>
                        <a:t>Entorno</a:t>
                      </a:r>
                    </a:p>
                  </a:txBody>
                  <a:tcPr marL="283037" marR="169822" marT="169822" marB="16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 Tight"/>
                        </a:rPr>
                        <a:t>Objetivo</a:t>
                      </a:r>
                    </a:p>
                  </a:txBody>
                  <a:tcPr marL="283037" marR="169822" marT="169822" marB="16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 Tight"/>
                        </a:rPr>
                        <a:t>Success</a:t>
                      </a:r>
                    </a:p>
                  </a:txBody>
                  <a:tcPr marL="283037" marR="169822" marT="169822" marB="16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 Tight"/>
                        </a:rPr>
                        <a:t>Colisiones</a:t>
                      </a:r>
                    </a:p>
                  </a:txBody>
                  <a:tcPr marL="283037" marR="169822" marT="169822" marB="16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2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 Tight"/>
                        </a:rPr>
                        <a:t>Recompensa media</a:t>
                      </a:r>
                    </a:p>
                  </a:txBody>
                  <a:tcPr marL="283037" marR="169822" marT="169822" marB="16982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294862"/>
                  </a:ext>
                </a:extLst>
              </a:tr>
              <a:tr h="54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 Tight"/>
                        </a:rPr>
                        <a:t>E1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≥95%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97.4%</a:t>
                      </a:r>
                      <a:endParaRPr lang="es-ES" sz="1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1.2%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82.5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698623"/>
                  </a:ext>
                </a:extLst>
              </a:tr>
              <a:tr h="54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E2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≥90%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91.4%</a:t>
                      </a:r>
                      <a:endParaRPr lang="es-ES" sz="1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3.1%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228.3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27312"/>
                  </a:ext>
                </a:extLst>
              </a:tr>
              <a:tr h="54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E3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≥85%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88.4%</a:t>
                      </a:r>
                      <a:endParaRPr lang="es-ES" sz="1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4.2%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215.7</a:t>
                      </a:r>
                    </a:p>
                  </a:txBody>
                  <a:tcPr marL="283037" marR="147179" marT="147179" marB="1471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4096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8BD9004F-CA4E-4FD5-27F5-C3E007F8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>
            <a:extLst>
              <a:ext uri="{FF2B5EF4-FFF2-40B4-BE49-F238E27FC236}">
                <a16:creationId xmlns:a16="http://schemas.microsoft.com/office/drawing/2014/main" id="{B8E900A1-2EBF-845A-A6AF-750E77AF7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Otras </a:t>
            </a:r>
            <a:r>
              <a:rPr lang="en" dirty="0" err="1"/>
              <a:t>gráficas</a:t>
            </a:r>
            <a:r>
              <a:rPr lang="en" dirty="0"/>
              <a:t> </a:t>
            </a:r>
            <a:r>
              <a:rPr lang="en" dirty="0" err="1"/>
              <a:t>relevantes</a:t>
            </a:r>
            <a:br>
              <a:rPr lang="en" dirty="0"/>
            </a:br>
            <a:endParaRPr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1C05A53B-F772-F0FB-49CE-BAD8F8657A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Imagen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C35EAF5-044D-FCC7-8330-AB7D944E2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472" y="1051344"/>
            <a:ext cx="3497058" cy="2073036"/>
          </a:xfrm>
          <a:prstGeom prst="rect">
            <a:avLst/>
          </a:prstGeom>
        </p:spPr>
      </p:pic>
      <p:pic>
        <p:nvPicPr>
          <p:cNvPr id="7" name="Imagen 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2AF2E81A-54A2-DCCF-684D-39B8F90ED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629" y="3225215"/>
            <a:ext cx="5752741" cy="163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>
          <a:extLst>
            <a:ext uri="{FF2B5EF4-FFF2-40B4-BE49-F238E27FC236}">
              <a16:creationId xmlns:a16="http://schemas.microsoft.com/office/drawing/2014/main" id="{C2612053-1DAA-41A6-4778-B8F0C6F0A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9">
            <a:extLst>
              <a:ext uri="{FF2B5EF4-FFF2-40B4-BE49-F238E27FC236}">
                <a16:creationId xmlns:a16="http://schemas.microsoft.com/office/drawing/2014/main" id="{6AE3FCA5-9FD5-B148-C8F9-5A44B3DB0A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Conclusiones</a:t>
            </a:r>
            <a:br>
              <a:rPr lang="en" dirty="0"/>
            </a:br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9F0139-1E02-3FEC-2B36-0ACDA7411B74}"/>
              </a:ext>
            </a:extLst>
          </p:cNvPr>
          <p:cNvSpPr txBox="1"/>
          <p:nvPr/>
        </p:nvSpPr>
        <p:spPr>
          <a:xfrm>
            <a:off x="1118084" y="2020227"/>
            <a:ext cx="2917151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Lo que mejor funcionó: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dirty="0" err="1"/>
              <a:t>Feature</a:t>
            </a:r>
            <a:r>
              <a:rPr lang="es-ES" dirty="0"/>
              <a:t> </a:t>
            </a:r>
            <a:r>
              <a:rPr lang="es-ES" dirty="0" err="1"/>
              <a:t>engineering</a:t>
            </a:r>
            <a:r>
              <a:rPr lang="es-ES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s-ES" dirty="0"/>
              <a:t>Recompensas simples</a:t>
            </a:r>
          </a:p>
          <a:p>
            <a:pPr marL="285750" indent="-285750">
              <a:buFont typeface="Arial"/>
              <a:buChar char="•"/>
            </a:pPr>
            <a:r>
              <a:rPr lang="es-ES" err="1"/>
              <a:t>Double</a:t>
            </a:r>
            <a:r>
              <a:rPr lang="es-ES" dirty="0"/>
              <a:t> DQN</a:t>
            </a:r>
          </a:p>
          <a:p>
            <a:pPr marL="285750" indent="-285750">
              <a:buFont typeface="Arial"/>
              <a:buChar char="•"/>
            </a:pPr>
            <a:r>
              <a:rPr lang="es-ES" dirty="0"/>
              <a:t>Transfer </a:t>
            </a:r>
            <a:r>
              <a:rPr lang="es-ES" err="1"/>
              <a:t>Learning</a:t>
            </a:r>
            <a:endParaRPr lang="es-ES"/>
          </a:p>
          <a:p>
            <a:endParaRPr lang="es-ES" b="1" dirty="0"/>
          </a:p>
          <a:p>
            <a:pPr algn="l"/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D298685-2B5B-507F-BDE0-234762EBCB32}"/>
              </a:ext>
            </a:extLst>
          </p:cNvPr>
          <p:cNvSpPr txBox="1"/>
          <p:nvPr/>
        </p:nvSpPr>
        <p:spPr>
          <a:xfrm>
            <a:off x="4697974" y="2020990"/>
            <a:ext cx="3832355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 dirty="0"/>
              <a:t>Lecciones clave:</a:t>
            </a:r>
            <a:endParaRPr lang="es-ES" dirty="0"/>
          </a:p>
          <a:p>
            <a:pPr marL="285750" indent="-285750">
              <a:buFont typeface="Arial"/>
              <a:buChar char="•"/>
            </a:pPr>
            <a:r>
              <a:rPr lang="es-ES" dirty="0"/>
              <a:t>El </a:t>
            </a:r>
            <a:r>
              <a:rPr lang="es-ES" err="1"/>
              <a:t>plateau</a:t>
            </a:r>
            <a:r>
              <a:rPr lang="es-ES" dirty="0"/>
              <a:t> es normal en RL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s-ES" dirty="0"/>
              <a:t>Demasiado </a:t>
            </a:r>
            <a:r>
              <a:rPr lang="es-ES" err="1"/>
              <a:t>reward</a:t>
            </a:r>
            <a:r>
              <a:rPr lang="es-ES" dirty="0"/>
              <a:t> </a:t>
            </a:r>
            <a:r>
              <a:rPr lang="es-ES" err="1"/>
              <a:t>shaping</a:t>
            </a:r>
            <a:r>
              <a:rPr lang="es-ES" dirty="0"/>
              <a:t> perjudica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s-ES" dirty="0"/>
              <a:t>La representación del estado importa tanto como el algoritmo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s-ES" err="1"/>
              <a:t>Epsilon</a:t>
            </a:r>
            <a:r>
              <a:rPr lang="es-ES" dirty="0"/>
              <a:t> </a:t>
            </a:r>
            <a:r>
              <a:rPr lang="es-ES" err="1"/>
              <a:t>decay</a:t>
            </a:r>
            <a:r>
              <a:rPr lang="es-ES" dirty="0"/>
              <a:t> debe adaptarse a la dificultad del entorno</a:t>
            </a:r>
          </a:p>
        </p:txBody>
      </p:sp>
      <p:grpSp>
        <p:nvGrpSpPr>
          <p:cNvPr id="20" name="Google Shape;8678;p60">
            <a:extLst>
              <a:ext uri="{FF2B5EF4-FFF2-40B4-BE49-F238E27FC236}">
                <a16:creationId xmlns:a16="http://schemas.microsoft.com/office/drawing/2014/main" id="{1FF8EC60-8C27-096A-C035-A62E02265A7C}"/>
              </a:ext>
            </a:extLst>
          </p:cNvPr>
          <p:cNvGrpSpPr/>
          <p:nvPr/>
        </p:nvGrpSpPr>
        <p:grpSpPr>
          <a:xfrm>
            <a:off x="2216499" y="1624878"/>
            <a:ext cx="360356" cy="343462"/>
            <a:chOff x="6870193" y="2295620"/>
            <a:chExt cx="360356" cy="343462"/>
          </a:xfrm>
        </p:grpSpPr>
        <p:sp>
          <p:nvSpPr>
            <p:cNvPr id="18" name="Google Shape;8679;p60">
              <a:extLst>
                <a:ext uri="{FF2B5EF4-FFF2-40B4-BE49-F238E27FC236}">
                  <a16:creationId xmlns:a16="http://schemas.microsoft.com/office/drawing/2014/main" id="{57E6D469-E6E9-92DF-C4F8-EABEA654741A}"/>
                </a:ext>
              </a:extLst>
            </p:cNvPr>
            <p:cNvSpPr/>
            <p:nvPr/>
          </p:nvSpPr>
          <p:spPr>
            <a:xfrm>
              <a:off x="6870193" y="2295620"/>
              <a:ext cx="360356" cy="343462"/>
            </a:xfrm>
            <a:custGeom>
              <a:avLst/>
              <a:gdLst/>
              <a:ahLst/>
              <a:cxnLst/>
              <a:rect l="l" t="t" r="r" b="b"/>
              <a:pathLst>
                <a:path w="11348" h="10816" extrusionOk="0">
                  <a:moveTo>
                    <a:pt x="6027" y="0"/>
                  </a:moveTo>
                  <a:cubicBezTo>
                    <a:pt x="5700" y="0"/>
                    <a:pt x="5448" y="70"/>
                    <a:pt x="5430" y="76"/>
                  </a:cubicBezTo>
                  <a:cubicBezTo>
                    <a:pt x="5358" y="112"/>
                    <a:pt x="5299" y="172"/>
                    <a:pt x="5299" y="255"/>
                  </a:cubicBezTo>
                  <a:lnTo>
                    <a:pt x="5299" y="2731"/>
                  </a:lnTo>
                  <a:lnTo>
                    <a:pt x="3501" y="5017"/>
                  </a:lnTo>
                  <a:cubicBezTo>
                    <a:pt x="3441" y="4767"/>
                    <a:pt x="3215" y="4577"/>
                    <a:pt x="2929" y="4577"/>
                  </a:cubicBezTo>
                  <a:lnTo>
                    <a:pt x="584" y="4577"/>
                  </a:lnTo>
                  <a:cubicBezTo>
                    <a:pt x="274" y="4577"/>
                    <a:pt x="1" y="4827"/>
                    <a:pt x="1" y="5160"/>
                  </a:cubicBezTo>
                  <a:lnTo>
                    <a:pt x="1" y="5732"/>
                  </a:lnTo>
                  <a:cubicBezTo>
                    <a:pt x="1" y="5839"/>
                    <a:pt x="96" y="5910"/>
                    <a:pt x="179" y="5910"/>
                  </a:cubicBezTo>
                  <a:cubicBezTo>
                    <a:pt x="274" y="5910"/>
                    <a:pt x="358" y="5827"/>
                    <a:pt x="358" y="5732"/>
                  </a:cubicBezTo>
                  <a:lnTo>
                    <a:pt x="358" y="5160"/>
                  </a:lnTo>
                  <a:cubicBezTo>
                    <a:pt x="358" y="5041"/>
                    <a:pt x="453" y="4946"/>
                    <a:pt x="572" y="4946"/>
                  </a:cubicBezTo>
                  <a:lnTo>
                    <a:pt x="2918" y="4946"/>
                  </a:lnTo>
                  <a:cubicBezTo>
                    <a:pt x="3037" y="4946"/>
                    <a:pt x="3132" y="5041"/>
                    <a:pt x="3132" y="5160"/>
                  </a:cubicBezTo>
                  <a:lnTo>
                    <a:pt x="3132" y="10232"/>
                  </a:lnTo>
                  <a:cubicBezTo>
                    <a:pt x="3132" y="10351"/>
                    <a:pt x="3037" y="10435"/>
                    <a:pt x="2918" y="10435"/>
                  </a:cubicBezTo>
                  <a:lnTo>
                    <a:pt x="572" y="10435"/>
                  </a:lnTo>
                  <a:cubicBezTo>
                    <a:pt x="453" y="10435"/>
                    <a:pt x="358" y="10351"/>
                    <a:pt x="358" y="10232"/>
                  </a:cubicBezTo>
                  <a:lnTo>
                    <a:pt x="358" y="6506"/>
                  </a:lnTo>
                  <a:cubicBezTo>
                    <a:pt x="358" y="6410"/>
                    <a:pt x="274" y="6327"/>
                    <a:pt x="179" y="6327"/>
                  </a:cubicBezTo>
                  <a:cubicBezTo>
                    <a:pt x="72" y="6327"/>
                    <a:pt x="1" y="6422"/>
                    <a:pt x="1" y="6506"/>
                  </a:cubicBezTo>
                  <a:lnTo>
                    <a:pt x="1" y="10232"/>
                  </a:lnTo>
                  <a:cubicBezTo>
                    <a:pt x="1" y="10542"/>
                    <a:pt x="251" y="10816"/>
                    <a:pt x="584" y="10816"/>
                  </a:cubicBezTo>
                  <a:lnTo>
                    <a:pt x="2929" y="10816"/>
                  </a:lnTo>
                  <a:cubicBezTo>
                    <a:pt x="3251" y="10816"/>
                    <a:pt x="3513" y="10554"/>
                    <a:pt x="3513" y="10232"/>
                  </a:cubicBezTo>
                  <a:lnTo>
                    <a:pt x="3513" y="9744"/>
                  </a:lnTo>
                  <a:lnTo>
                    <a:pt x="4418" y="10185"/>
                  </a:lnTo>
                  <a:cubicBezTo>
                    <a:pt x="4453" y="10197"/>
                    <a:pt x="4477" y="10197"/>
                    <a:pt x="4513" y="10197"/>
                  </a:cubicBezTo>
                  <a:lnTo>
                    <a:pt x="8025" y="10197"/>
                  </a:lnTo>
                  <a:cubicBezTo>
                    <a:pt x="8132" y="10197"/>
                    <a:pt x="8204" y="10113"/>
                    <a:pt x="8204" y="10018"/>
                  </a:cubicBezTo>
                  <a:cubicBezTo>
                    <a:pt x="8204" y="9923"/>
                    <a:pt x="8109" y="9839"/>
                    <a:pt x="8025" y="9839"/>
                  </a:cubicBezTo>
                  <a:lnTo>
                    <a:pt x="4561" y="9839"/>
                  </a:lnTo>
                  <a:lnTo>
                    <a:pt x="3525" y="9327"/>
                  </a:lnTo>
                  <a:lnTo>
                    <a:pt x="3525" y="5589"/>
                  </a:lnTo>
                  <a:lnTo>
                    <a:pt x="5644" y="2910"/>
                  </a:lnTo>
                  <a:cubicBezTo>
                    <a:pt x="5668" y="2874"/>
                    <a:pt x="5692" y="2839"/>
                    <a:pt x="5692" y="2791"/>
                  </a:cubicBezTo>
                  <a:lnTo>
                    <a:pt x="5692" y="398"/>
                  </a:lnTo>
                  <a:cubicBezTo>
                    <a:pt x="5787" y="379"/>
                    <a:pt x="5924" y="358"/>
                    <a:pt x="6080" y="358"/>
                  </a:cubicBezTo>
                  <a:cubicBezTo>
                    <a:pt x="6313" y="358"/>
                    <a:pt x="6587" y="405"/>
                    <a:pt x="6823" y="576"/>
                  </a:cubicBezTo>
                  <a:cubicBezTo>
                    <a:pt x="7132" y="791"/>
                    <a:pt x="7275" y="1207"/>
                    <a:pt x="7275" y="1803"/>
                  </a:cubicBezTo>
                  <a:lnTo>
                    <a:pt x="7275" y="3755"/>
                  </a:lnTo>
                  <a:cubicBezTo>
                    <a:pt x="7275" y="3862"/>
                    <a:pt x="7370" y="3934"/>
                    <a:pt x="7454" y="3934"/>
                  </a:cubicBezTo>
                  <a:lnTo>
                    <a:pt x="10395" y="3934"/>
                  </a:lnTo>
                  <a:cubicBezTo>
                    <a:pt x="10716" y="3934"/>
                    <a:pt x="10990" y="4208"/>
                    <a:pt x="10990" y="4529"/>
                  </a:cubicBezTo>
                  <a:cubicBezTo>
                    <a:pt x="10990" y="4863"/>
                    <a:pt x="10716" y="5125"/>
                    <a:pt x="10395" y="5125"/>
                  </a:cubicBezTo>
                  <a:lnTo>
                    <a:pt x="8823" y="5125"/>
                  </a:lnTo>
                  <a:cubicBezTo>
                    <a:pt x="8728" y="5125"/>
                    <a:pt x="8644" y="5220"/>
                    <a:pt x="8644" y="5303"/>
                  </a:cubicBezTo>
                  <a:cubicBezTo>
                    <a:pt x="8644" y="5410"/>
                    <a:pt x="8740" y="5482"/>
                    <a:pt x="8823" y="5482"/>
                  </a:cubicBezTo>
                  <a:lnTo>
                    <a:pt x="10228" y="5482"/>
                  </a:lnTo>
                  <a:cubicBezTo>
                    <a:pt x="10538" y="5494"/>
                    <a:pt x="10788" y="5767"/>
                    <a:pt x="10788" y="6077"/>
                  </a:cubicBezTo>
                  <a:cubicBezTo>
                    <a:pt x="10788" y="6399"/>
                    <a:pt x="10526" y="6672"/>
                    <a:pt x="10192" y="6672"/>
                  </a:cubicBezTo>
                  <a:lnTo>
                    <a:pt x="8823" y="6672"/>
                  </a:lnTo>
                  <a:cubicBezTo>
                    <a:pt x="8728" y="6672"/>
                    <a:pt x="8644" y="6768"/>
                    <a:pt x="8644" y="6851"/>
                  </a:cubicBezTo>
                  <a:cubicBezTo>
                    <a:pt x="8644" y="6958"/>
                    <a:pt x="8740" y="7030"/>
                    <a:pt x="8823" y="7030"/>
                  </a:cubicBezTo>
                  <a:lnTo>
                    <a:pt x="10073" y="7030"/>
                  </a:lnTo>
                  <a:cubicBezTo>
                    <a:pt x="10371" y="7053"/>
                    <a:pt x="10597" y="7327"/>
                    <a:pt x="10597" y="7625"/>
                  </a:cubicBezTo>
                  <a:cubicBezTo>
                    <a:pt x="10597" y="7946"/>
                    <a:pt x="10335" y="8220"/>
                    <a:pt x="10002" y="8220"/>
                  </a:cubicBezTo>
                  <a:lnTo>
                    <a:pt x="8823" y="8220"/>
                  </a:lnTo>
                  <a:cubicBezTo>
                    <a:pt x="8728" y="8220"/>
                    <a:pt x="8644" y="8315"/>
                    <a:pt x="8644" y="8399"/>
                  </a:cubicBezTo>
                  <a:cubicBezTo>
                    <a:pt x="8644" y="8506"/>
                    <a:pt x="8740" y="8577"/>
                    <a:pt x="8823" y="8577"/>
                  </a:cubicBezTo>
                  <a:lnTo>
                    <a:pt x="9883" y="8577"/>
                  </a:lnTo>
                  <a:cubicBezTo>
                    <a:pt x="9895" y="8577"/>
                    <a:pt x="9918" y="8589"/>
                    <a:pt x="9918" y="8589"/>
                  </a:cubicBezTo>
                  <a:cubicBezTo>
                    <a:pt x="10192" y="8649"/>
                    <a:pt x="10407" y="8887"/>
                    <a:pt x="10407" y="9185"/>
                  </a:cubicBezTo>
                  <a:cubicBezTo>
                    <a:pt x="10407" y="9518"/>
                    <a:pt x="10133" y="9780"/>
                    <a:pt x="9811" y="9780"/>
                  </a:cubicBezTo>
                  <a:lnTo>
                    <a:pt x="8823" y="9780"/>
                  </a:lnTo>
                  <a:cubicBezTo>
                    <a:pt x="8728" y="9780"/>
                    <a:pt x="8644" y="9875"/>
                    <a:pt x="8644" y="9958"/>
                  </a:cubicBezTo>
                  <a:cubicBezTo>
                    <a:pt x="8644" y="10066"/>
                    <a:pt x="8740" y="10137"/>
                    <a:pt x="8823" y="10137"/>
                  </a:cubicBezTo>
                  <a:lnTo>
                    <a:pt x="9811" y="10137"/>
                  </a:lnTo>
                  <a:cubicBezTo>
                    <a:pt x="10347" y="10137"/>
                    <a:pt x="10776" y="9708"/>
                    <a:pt x="10776" y="9173"/>
                  </a:cubicBezTo>
                  <a:cubicBezTo>
                    <a:pt x="10776" y="8887"/>
                    <a:pt x="10657" y="8637"/>
                    <a:pt x="10466" y="8458"/>
                  </a:cubicBezTo>
                  <a:cubicBezTo>
                    <a:pt x="10764" y="8292"/>
                    <a:pt x="10966" y="7982"/>
                    <a:pt x="10966" y="7613"/>
                  </a:cubicBezTo>
                  <a:cubicBezTo>
                    <a:pt x="10966" y="7327"/>
                    <a:pt x="10847" y="7077"/>
                    <a:pt x="10657" y="6899"/>
                  </a:cubicBezTo>
                  <a:cubicBezTo>
                    <a:pt x="10954" y="6803"/>
                    <a:pt x="11145" y="6482"/>
                    <a:pt x="11145" y="6113"/>
                  </a:cubicBezTo>
                  <a:cubicBezTo>
                    <a:pt x="11145" y="5827"/>
                    <a:pt x="11026" y="5577"/>
                    <a:pt x="10835" y="5398"/>
                  </a:cubicBezTo>
                  <a:cubicBezTo>
                    <a:pt x="11133" y="5232"/>
                    <a:pt x="11347" y="4922"/>
                    <a:pt x="11347" y="4541"/>
                  </a:cubicBezTo>
                  <a:cubicBezTo>
                    <a:pt x="11347" y="4005"/>
                    <a:pt x="10907" y="3577"/>
                    <a:pt x="10371" y="3577"/>
                  </a:cubicBezTo>
                  <a:lnTo>
                    <a:pt x="7621" y="3577"/>
                  </a:lnTo>
                  <a:lnTo>
                    <a:pt x="7621" y="1827"/>
                  </a:lnTo>
                  <a:cubicBezTo>
                    <a:pt x="7621" y="1112"/>
                    <a:pt x="7418" y="588"/>
                    <a:pt x="7013" y="291"/>
                  </a:cubicBezTo>
                  <a:cubicBezTo>
                    <a:pt x="6703" y="61"/>
                    <a:pt x="6332" y="0"/>
                    <a:pt x="602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680;p60">
              <a:extLst>
                <a:ext uri="{FF2B5EF4-FFF2-40B4-BE49-F238E27FC236}">
                  <a16:creationId xmlns:a16="http://schemas.microsoft.com/office/drawing/2014/main" id="{DF8A6E2B-11FE-586D-30EA-F6A07324039A}"/>
                </a:ext>
              </a:extLst>
            </p:cNvPr>
            <p:cNvSpPr/>
            <p:nvPr/>
          </p:nvSpPr>
          <p:spPr>
            <a:xfrm>
              <a:off x="6920842" y="2577064"/>
              <a:ext cx="36709" cy="36677"/>
            </a:xfrm>
            <a:custGeom>
              <a:avLst/>
              <a:gdLst/>
              <a:ahLst/>
              <a:cxnLst/>
              <a:rect l="l" t="t" r="r" b="b"/>
              <a:pathLst>
                <a:path w="1156" h="1155" extrusionOk="0">
                  <a:moveTo>
                    <a:pt x="584" y="369"/>
                  </a:moveTo>
                  <a:cubicBezTo>
                    <a:pt x="703" y="369"/>
                    <a:pt x="787" y="464"/>
                    <a:pt x="787" y="584"/>
                  </a:cubicBezTo>
                  <a:cubicBezTo>
                    <a:pt x="787" y="703"/>
                    <a:pt x="703" y="786"/>
                    <a:pt x="584" y="786"/>
                  </a:cubicBezTo>
                  <a:cubicBezTo>
                    <a:pt x="465" y="786"/>
                    <a:pt x="370" y="703"/>
                    <a:pt x="370" y="584"/>
                  </a:cubicBezTo>
                  <a:cubicBezTo>
                    <a:pt x="370" y="464"/>
                    <a:pt x="453" y="369"/>
                    <a:pt x="584" y="369"/>
                  </a:cubicBezTo>
                  <a:close/>
                  <a:moveTo>
                    <a:pt x="584" y="0"/>
                  </a:moveTo>
                  <a:cubicBezTo>
                    <a:pt x="263" y="0"/>
                    <a:pt x="1" y="250"/>
                    <a:pt x="1" y="584"/>
                  </a:cubicBezTo>
                  <a:cubicBezTo>
                    <a:pt x="1" y="905"/>
                    <a:pt x="251" y="1155"/>
                    <a:pt x="584" y="1155"/>
                  </a:cubicBezTo>
                  <a:cubicBezTo>
                    <a:pt x="906" y="1155"/>
                    <a:pt x="1156" y="905"/>
                    <a:pt x="1156" y="584"/>
                  </a:cubicBezTo>
                  <a:cubicBezTo>
                    <a:pt x="1156" y="250"/>
                    <a:pt x="894" y="0"/>
                    <a:pt x="5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8977;p60">
            <a:extLst>
              <a:ext uri="{FF2B5EF4-FFF2-40B4-BE49-F238E27FC236}">
                <a16:creationId xmlns:a16="http://schemas.microsoft.com/office/drawing/2014/main" id="{289BCA8B-3627-CFF7-933B-FF31D8F3831B}"/>
              </a:ext>
            </a:extLst>
          </p:cNvPr>
          <p:cNvSpPr/>
          <p:nvPr/>
        </p:nvSpPr>
        <p:spPr>
          <a:xfrm>
            <a:off x="6131904" y="1623892"/>
            <a:ext cx="344097" cy="340033"/>
          </a:xfrm>
          <a:custGeom>
            <a:avLst/>
            <a:gdLst/>
            <a:ahLst/>
            <a:cxnLst/>
            <a:rect l="l" t="t" r="r" b="b"/>
            <a:pathLst>
              <a:path w="10836" h="10708" extrusionOk="0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375947"/>
      </p:ext>
    </p:extLst>
  </p:cSld>
  <p:clrMapOvr>
    <a:masterClrMapping/>
  </p:clrMapOvr>
</p:sld>
</file>

<file path=ppt/theme/theme1.xml><?xml version="1.0" encoding="utf-8"?>
<a:theme xmlns:a="http://schemas.openxmlformats.org/drawingml/2006/main" name="Cost Reduction in Manufacturing Industry Consulting Toolkit by Slidesgo">
  <a:themeElements>
    <a:clrScheme name="Simple Light">
      <a:dk1>
        <a:srgbClr val="3B3A3A"/>
      </a:dk1>
      <a:lt1>
        <a:srgbClr val="EFEFEF"/>
      </a:lt1>
      <a:dk2>
        <a:srgbClr val="FB7E01"/>
      </a:dk2>
      <a:lt2>
        <a:srgbClr val="0C5084"/>
      </a:lt2>
      <a:accent1>
        <a:srgbClr val="D42416"/>
      </a:accent1>
      <a:accent2>
        <a:srgbClr val="999999"/>
      </a:accent2>
      <a:accent3>
        <a:srgbClr val="737373"/>
      </a:accent3>
      <a:accent4>
        <a:srgbClr val="CCCCCC"/>
      </a:accent4>
      <a:accent5>
        <a:srgbClr val="E9A85A"/>
      </a:accent5>
      <a:accent6>
        <a:srgbClr val="FFFFFF"/>
      </a:accent6>
      <a:hlink>
        <a:srgbClr val="3B3A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15</Slides>
  <Notes>15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Cost Reduction in Manufacturing Industry Consulting Toolkit by Slidesgo</vt:lpstr>
      <vt:lpstr>Slidesgo Final Pages</vt:lpstr>
      <vt:lpstr>DiSpAtCh Deep Intelligent Spatial Agent for Task CHaining</vt:lpstr>
      <vt:lpstr>Introducción</vt:lpstr>
      <vt:lpstr>Sarsa + Tile Coding</vt:lpstr>
      <vt:lpstr>De SARSA a DQN/Double DQN</vt:lpstr>
      <vt:lpstr>Representación inicial del estado</vt:lpstr>
      <vt:lpstr>Feature engineering De 11 a 23</vt:lpstr>
      <vt:lpstr>Sistema de recompensas</vt:lpstr>
      <vt:lpstr>Arquitectura de la red y Experience Replay</vt:lpstr>
      <vt:lpstr>Entrenamiento en cada entorno</vt:lpstr>
      <vt:lpstr>Entrenamiento – Entorno 1 </vt:lpstr>
      <vt:lpstr>Entrenamiento – Entorno 2 </vt:lpstr>
      <vt:lpstr>Entrenamiento – Entorno 3 </vt:lpstr>
      <vt:lpstr>Resultados</vt:lpstr>
      <vt:lpstr>Otras gráficas relevantes </vt:lpstr>
      <vt:lpstr>Conclusiones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706</cp:revision>
  <dcterms:modified xsi:type="dcterms:W3CDTF">2025-12-03T01:01:31Z</dcterms:modified>
</cp:coreProperties>
</file>